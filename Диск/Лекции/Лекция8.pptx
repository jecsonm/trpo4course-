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95" r:id="rId1"/>
  </p:sldMasterIdLst>
  <p:notesMasterIdLst>
    <p:notesMasterId r:id="rId20"/>
  </p:notesMasterIdLst>
  <p:sldIdLst>
    <p:sldId id="256" r:id="rId2"/>
    <p:sldId id="336" r:id="rId3"/>
    <p:sldId id="364" r:id="rId4"/>
    <p:sldId id="301" r:id="rId5"/>
    <p:sldId id="365" r:id="rId6"/>
    <p:sldId id="313" r:id="rId7"/>
    <p:sldId id="310" r:id="rId8"/>
    <p:sldId id="366" r:id="rId9"/>
    <p:sldId id="367" r:id="rId10"/>
    <p:sldId id="307" r:id="rId11"/>
    <p:sldId id="309" r:id="rId12"/>
    <p:sldId id="311" r:id="rId13"/>
    <p:sldId id="316" r:id="rId14"/>
    <p:sldId id="317" r:id="rId15"/>
    <p:sldId id="319" r:id="rId16"/>
    <p:sldId id="312" r:id="rId17"/>
    <p:sldId id="318" r:id="rId18"/>
    <p:sldId id="25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298" autoAdjust="0"/>
  </p:normalViewPr>
  <p:slideViewPr>
    <p:cSldViewPr snapToGrid="0">
      <p:cViewPr varScale="1">
        <p:scale>
          <a:sx n="69" d="100"/>
          <a:sy n="69" d="100"/>
        </p:scale>
        <p:origin x="1205"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B9F18C-B0EF-4C3B-831E-15C3CF792C09}" type="datetimeFigureOut">
              <a:rPr lang="ru-RU" smtClean="0"/>
              <a:t>29.09.2025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D3E470-2E3C-4AB4-A461-A838E60D5F10}" type="slidenum">
              <a:rPr lang="ru-RU" smtClean="0"/>
              <a:t>‹#›</a:t>
            </a:fld>
            <a:endParaRPr lang="ru-RU"/>
          </a:p>
        </p:txBody>
      </p:sp>
    </p:spTree>
    <p:extLst>
      <p:ext uri="{BB962C8B-B14F-4D97-AF65-F5344CB8AC3E}">
        <p14:creationId xmlns:p14="http://schemas.microsoft.com/office/powerpoint/2010/main" val="725914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4086793-55F4-4ADE-8211-4D498243F0E6}"/>
              </a:ext>
            </a:extLst>
          </p:cNvPr>
          <p:cNvSpPr>
            <a:spLocks noGrp="1" noChangeArrowheads="1"/>
          </p:cNvSpPr>
          <p:nvPr>
            <p:ph type="sldNum" sz="quarter" idx="5"/>
          </p:nvPr>
        </p:nvSpPr>
        <p:spPr>
          <a:ln/>
        </p:spPr>
        <p:txBody>
          <a:bodyPr/>
          <a:lstStyle/>
          <a:p>
            <a:fld id="{DFC41975-A208-49C3-9540-47ED3214E511}" type="slidenum">
              <a:rPr lang="ru-RU" altLang="ru-RU"/>
              <a:pPr/>
              <a:t>17</a:t>
            </a:fld>
            <a:endParaRPr lang="ru-RU" altLang="ru-RU"/>
          </a:p>
        </p:txBody>
      </p:sp>
      <p:sp>
        <p:nvSpPr>
          <p:cNvPr id="228354" name="Rectangle 2">
            <a:extLst>
              <a:ext uri="{FF2B5EF4-FFF2-40B4-BE49-F238E27FC236}">
                <a16:creationId xmlns:a16="http://schemas.microsoft.com/office/drawing/2014/main" id="{CE6C1F79-C183-493D-AAF2-4EBCF916FCCA}"/>
              </a:ext>
            </a:extLst>
          </p:cNvPr>
          <p:cNvSpPr>
            <a:spLocks noGrp="1" noRot="1" noChangeAspect="1" noChangeArrowheads="1" noTextEdit="1"/>
          </p:cNvSpPr>
          <p:nvPr>
            <p:ph type="sldImg"/>
          </p:nvPr>
        </p:nvSpPr>
        <p:spPr>
          <a:ln/>
        </p:spPr>
      </p:sp>
      <p:sp>
        <p:nvSpPr>
          <p:cNvPr id="228355" name="Rectangle 3">
            <a:extLst>
              <a:ext uri="{FF2B5EF4-FFF2-40B4-BE49-F238E27FC236}">
                <a16:creationId xmlns:a16="http://schemas.microsoft.com/office/drawing/2014/main" id="{6F9ED196-DC39-4933-BC72-FF54D054EDF6}"/>
              </a:ext>
            </a:extLst>
          </p:cNvPr>
          <p:cNvSpPr>
            <a:spLocks noGrp="1" noChangeArrowheads="1"/>
          </p:cNvSpPr>
          <p:nvPr>
            <p:ph type="body" idx="1"/>
          </p:nvPr>
        </p:nvSpPr>
        <p:spPr/>
        <p:txBody>
          <a:bodyPr/>
          <a:lstStyle/>
          <a:p>
            <a:pPr>
              <a:lnSpc>
                <a:spcPct val="80000"/>
              </a:lnSpc>
            </a:pPr>
            <a:r>
              <a:rPr lang="ru-RU" altLang="ru-RU" sz="900"/>
              <a:t>Данная диаграмма состояний представляет единственный автомат с одним составным состоянием. Вне этого составного состояния имеется только одно состояние "ожидание", которое характеризует исправный и подключенный к телефонной сети телефонный аппарат. Переход в следующее состояние происходит при поднятии телефонной трубки. Переход с атомарным действием "подать тоновый сигнал" переводит аппарат в составное состояние, а точнее - в начальное его подсостояние. </a:t>
            </a:r>
          </a:p>
          <a:p>
            <a:pPr>
              <a:lnSpc>
                <a:spcPct val="80000"/>
              </a:lnSpc>
            </a:pPr>
            <a:r>
              <a:rPr lang="ru-RU" altLang="ru-RU" sz="900"/>
              <a:t>Далее телефонный аппарат будет находиться в состоянии "тоновый сигнал". При этом будет непрерывно издавать этот сигнал до тех пор, пока не произойдет событие-триггер "набор цифры (п)", либо не истечет 15 секунд с момента поднятия трубки. В первом случае аппарат перейдет в состояние "набор номера", а во втором - в состояние "истечение времени ожидания". Последняя ситуация может быть результатом сомнений по поводу "звонить - не звонить?", следствием чего могут стать гудки в трубке. При этом нам ничего не остается делать, как опустить ее на рычаг.</a:t>
            </a:r>
          </a:p>
          <a:p>
            <a:pPr>
              <a:lnSpc>
                <a:spcPct val="80000"/>
              </a:lnSpc>
            </a:pPr>
            <a:r>
              <a:rPr lang="ru-RU" altLang="ru-RU" sz="900"/>
              <a:t>При наборе номера выполняется событие-триггер "набор цифры (п) со сторожевым условием "номер неполный". Это означает, что если набранный телефонный номер не содержит необходимого количества цифр, то нам следует продолжать набор очередной цифры, оставаясь в состоянии "набор номера".</a:t>
            </a:r>
          </a:p>
          <a:p>
            <a:pPr>
              <a:lnSpc>
                <a:spcPct val="80000"/>
              </a:lnSpc>
            </a:pPr>
            <a:r>
              <a:rPr lang="ru-RU" altLang="ru-RU" sz="900"/>
              <a:t>Если же набранный номер полный, то можно перейти в состояние "неверный номер" или "соединение". В случае неверного номера (сторожевое условие "неверный" истинно) ничего не остается, как покинуть составное состояние, опустив трубку на рычаг. Если же номер верный, то происходит соединение по этому номеру.</a:t>
            </a:r>
          </a:p>
          <a:p>
            <a:pPr>
              <a:lnSpc>
                <a:spcPct val="80000"/>
              </a:lnSpc>
            </a:pPr>
            <a:r>
              <a:rPr lang="ru-RU" altLang="ru-RU" sz="900"/>
              <a:t>Однако в результате соединения может оказаться, что аппарат абонента занят (переход в состояние "занято") либо свободен (переход в состояние "звонок у абонента"). В первом случае можно повторить дозвон, предварительно опустив трубку на рычаг (выход из составного состояния). Во втором случае происходит проверка сторожевого условия "разговор доступен". Если оно истинно, что соответствует снятию трубки абонентом, начинается телефонный разговор. В противном случае (это условие не выполняется, т. е. оно ложно) телефон абонента будет продолжать звонить, извещая нас об отсутствии последнего либо о невозможности по какой-либо причине вести разговор по телефону. При этом нам ничего не остается, как опустить трубку на рычаг.</a:t>
            </a:r>
          </a:p>
          <a:p>
            <a:pPr>
              <a:lnSpc>
                <a:spcPct val="80000"/>
              </a:lnSpc>
            </a:pPr>
            <a:r>
              <a:rPr lang="ru-RU" altLang="ru-RU" sz="900"/>
              <a:t>Если же разговор состоялся, то после слов прощания и выполнения сторожевого условия "подтверждение" на окончание разговора мы снова опускаем трубку. При этом телефонный аппарат переходит в состояние "ожидание", в котором может находиться неопределенно долго.</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none" baseline="0">
                <a:solidFill>
                  <a:schemeClr val="tx2"/>
                </a:solidFill>
              </a:defRPr>
            </a:lvl1pPr>
          </a:lstStyle>
          <a:p>
            <a:r>
              <a:rPr lang="ru-RU" dirty="0"/>
              <a:t>Образец заголовка</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dirty="0"/>
              <a:t>Образец подзаголовка</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sz="1400" baseline="0">
                <a:solidFill>
                  <a:schemeClr val="tx2"/>
                </a:solidFill>
              </a:defRPr>
            </a:lvl1pPr>
          </a:lstStyle>
          <a:p>
            <a:fld id="{D78A74BC-8FAE-4630-84EF-E7B976E64250}" type="datetime1">
              <a:rPr lang="ru-RU" smtClean="0"/>
              <a:t>29.09.2025</a:t>
            </a:fld>
            <a:endParaRPr lang="ru-RU" dirty="0"/>
          </a:p>
        </p:txBody>
      </p:sp>
      <p:sp>
        <p:nvSpPr>
          <p:cNvPr id="5" name="Footer Placeholder 4"/>
          <p:cNvSpPr>
            <a:spLocks noGrp="1"/>
          </p:cNvSpPr>
          <p:nvPr>
            <p:ph type="ftr" sz="quarter" idx="11"/>
          </p:nvPr>
        </p:nvSpPr>
        <p:spPr>
          <a:xfrm>
            <a:off x="2584054" y="6453386"/>
            <a:ext cx="7023377" cy="404614"/>
          </a:xfrm>
        </p:spPr>
        <p:txBody>
          <a:bodyPr/>
          <a:lstStyle>
            <a:lvl1pPr algn="ctr">
              <a:defRPr sz="1400" baseline="0">
                <a:solidFill>
                  <a:schemeClr val="tx2"/>
                </a:solidFill>
              </a:defRPr>
            </a:lvl1pPr>
          </a:lstStyle>
          <a:p>
            <a:endParaRPr lang="ru-RU" dirty="0"/>
          </a:p>
        </p:txBody>
      </p:sp>
      <p:sp>
        <p:nvSpPr>
          <p:cNvPr id="6" name="Slide Number Placeholder 5"/>
          <p:cNvSpPr>
            <a:spLocks noGrp="1"/>
          </p:cNvSpPr>
          <p:nvPr>
            <p:ph type="sldNum" sz="quarter" idx="12"/>
          </p:nvPr>
        </p:nvSpPr>
        <p:spPr>
          <a:xfrm>
            <a:off x="9830683" y="6453386"/>
            <a:ext cx="1596292" cy="404614"/>
          </a:xfrm>
        </p:spPr>
        <p:txBody>
          <a:bodyPr/>
          <a:lstStyle>
            <a:lvl1pPr>
              <a:defRPr sz="2800" baseline="0">
                <a:solidFill>
                  <a:schemeClr val="tx2"/>
                </a:solidFill>
              </a:defRPr>
            </a:lvl1pPr>
          </a:lstStyle>
          <a:p>
            <a:fld id="{25A42088-C730-408A-A823-60BED1AFCEA0}" type="slidenum">
              <a:rPr lang="ru-RU" smtClean="0"/>
              <a:pPr/>
              <a:t>‹#›</a:t>
            </a:fld>
            <a:endParaRPr lang="ru-RU" dirty="0"/>
          </a:p>
        </p:txBody>
      </p:sp>
      <p:grpSp>
        <p:nvGrpSpPr>
          <p:cNvPr id="9" name="Group 8"/>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1606201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6E29AAA-8885-47F6-8905-443F0998A063}" type="datetime1">
              <a:rPr lang="ru-RU" smtClean="0"/>
              <a:t>29.09.2025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723332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accent1"/>
                </a:solidFill>
              </a:defRPr>
            </a:lvl1pPr>
          </a:lstStyle>
          <a:p>
            <a:r>
              <a:rPr lang="ru-RU"/>
              <a:t>Образец заголовка</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9C78C9D4-CEBA-4D9D-8070-D560CC4E2046}" type="datetime1">
              <a:rPr lang="ru-RU" smtClean="0"/>
              <a:t>29.09.2025</a:t>
            </a:fld>
            <a:endParaRPr lang="ru-RU"/>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ru-RU"/>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accent1"/>
          </a:solidFill>
          <a:ln w="0">
            <a:noFill/>
            <a:prstDash val="solid"/>
            <a:round/>
            <a:headEnd/>
            <a:tailEnd/>
          </a:ln>
        </p:spPr>
      </p:sp>
    </p:spTree>
    <p:extLst>
      <p:ext uri="{BB962C8B-B14F-4D97-AF65-F5344CB8AC3E}">
        <p14:creationId xmlns:p14="http://schemas.microsoft.com/office/powerpoint/2010/main" val="38485155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ru-RU"/>
              <a:t>Образец заголовка</a:t>
            </a:r>
            <a:endParaRPr lang="en-US" dirty="0"/>
          </a:p>
        </p:txBody>
      </p:sp>
      <p:sp>
        <p:nvSpPr>
          <p:cNvPr id="3" name="Content Placeholder 2"/>
          <p:cNvSpPr>
            <a:spLocks noGrp="1"/>
          </p:cNvSpPr>
          <p:nvPr>
            <p:ph sz="half" idx="1"/>
          </p:nvPr>
        </p:nvSpPr>
        <p:spPr>
          <a:xfrm>
            <a:off x="1371600" y="1593669"/>
            <a:ext cx="4447786" cy="427373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Content Placeholder 3"/>
          <p:cNvSpPr>
            <a:spLocks noGrp="1"/>
          </p:cNvSpPr>
          <p:nvPr>
            <p:ph sz="half" idx="2"/>
          </p:nvPr>
        </p:nvSpPr>
        <p:spPr>
          <a:xfrm>
            <a:off x="6525403" y="1593669"/>
            <a:ext cx="4447786" cy="427373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CE2059B6-AAA5-4B6F-AD23-DC12A434049F}" type="datetime1">
              <a:rPr lang="ru-RU" smtClean="0"/>
              <a:t>29.09.2025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86758793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37903"/>
          </a:xfrm>
        </p:spPr>
        <p:txBody>
          <a:bodyPr/>
          <a:lstStyle>
            <a:lvl1pPr>
              <a:defRPr>
                <a:solidFill>
                  <a:schemeClr val="tx2"/>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34352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371600" y="2348104"/>
            <a:ext cx="4443984" cy="3824095"/>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525014" y="1516952"/>
            <a:ext cx="4443984" cy="6379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525014" y="2348105"/>
            <a:ext cx="4443984" cy="3824094"/>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60A2B62D-D76B-4AE9-8E33-CD8310A1045D}" type="datetime1">
              <a:rPr lang="ru-RU" smtClean="0"/>
              <a:t>29.09.2025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134981950"/>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4203A4DC-2094-4462-B059-FB7D7AD3827E}" type="datetime1">
              <a:rPr lang="ru-RU" smtClean="0"/>
              <a:t>29.09.2025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63145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4B48C8-A173-4AF6-B9FA-B8AC1FD1EC35}" type="datetime1">
              <a:rPr lang="ru-RU" smtClean="0"/>
              <a:t>29.09.2025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966761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ru-RU"/>
              <a:t>Образец заголовка</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E405186-1004-4ADA-9D28-71C09A92DDA5}" type="datetime1">
              <a:rPr lang="ru-RU" smtClean="0"/>
              <a:t>29.09.2025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ru-RU"/>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6334413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1A0096AF-66E2-41AB-97BC-372103519D2F}" type="datetime1">
              <a:rPr lang="ru-RU" smtClean="0"/>
              <a:t>29.09.2025</a:t>
            </a:fld>
            <a:endParaRPr lang="ru-RU"/>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5A42088-C730-408A-A823-60BED1AFCEA0}" type="slidenum">
              <a:rPr lang="ru-RU" smtClean="0"/>
              <a:t>‹#›</a:t>
            </a:fld>
            <a:endParaRPr lang="ru-RU"/>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445939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1637211"/>
            <a:ext cx="9601200" cy="4230189"/>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73672095-E388-4E95-85BE-1A951A82A6A5}" type="datetime1">
              <a:rPr lang="ru-RU" smtClean="0"/>
              <a:t>29.09.2025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59763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A5B8EFB3-F619-45A7-B8D5-7E84869FB2B2}" type="datetime1">
              <a:rPr lang="ru-RU" smtClean="0"/>
              <a:t>29.09.2025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25A42088-C730-408A-A823-60BED1AFCEA0}" type="slidenum">
              <a:rPr lang="ru-RU" smtClean="0"/>
              <a:t>‹#›</a:t>
            </a:fld>
            <a:endParaRPr lang="ru-RU"/>
          </a:p>
        </p:txBody>
      </p:sp>
    </p:spTree>
    <p:extLst>
      <p:ext uri="{BB962C8B-B14F-4D97-AF65-F5344CB8AC3E}">
        <p14:creationId xmlns:p14="http://schemas.microsoft.com/office/powerpoint/2010/main" val="231381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596538"/>
            <a:ext cx="9601200" cy="733697"/>
          </a:xfrm>
          <a:prstGeom prst="rect">
            <a:avLst/>
          </a:prstGeom>
        </p:spPr>
        <p:txBody>
          <a:bodyPr vert="horz" lIns="91440" tIns="45720" rIns="91440" bIns="45720" rtlCol="0" anchor="t">
            <a:normAutofit/>
          </a:bodyPr>
          <a:lstStyle/>
          <a:p>
            <a:r>
              <a:rPr lang="ru-RU" dirty="0"/>
              <a:t>Образец заголовка</a:t>
            </a:r>
            <a:endParaRPr lang="en-US" dirty="0"/>
          </a:p>
        </p:txBody>
      </p:sp>
      <p:sp>
        <p:nvSpPr>
          <p:cNvPr id="3" name="Text Placeholder 2"/>
          <p:cNvSpPr>
            <a:spLocks noGrp="1"/>
          </p:cNvSpPr>
          <p:nvPr>
            <p:ph type="body" idx="1"/>
          </p:nvPr>
        </p:nvSpPr>
        <p:spPr>
          <a:xfrm>
            <a:off x="1371600" y="1506583"/>
            <a:ext cx="9601200" cy="4754879"/>
          </a:xfrm>
          <a:prstGeom prst="rect">
            <a:avLst/>
          </a:prstGeom>
        </p:spPr>
        <p:txBody>
          <a:bodyPr vert="horz" lIns="91440" tIns="45720" rIns="91440" bIns="45720" rtlCol="0">
            <a:normAutofit/>
          </a:bodyPr>
          <a:lstStyle/>
          <a:p>
            <a:pPr lvl="0"/>
            <a:r>
              <a:rPr lang="ru-RU" dirty="0"/>
              <a:t>Образец текста</a:t>
            </a:r>
          </a:p>
          <a:p>
            <a:pPr lvl="1"/>
            <a:r>
              <a:rPr lang="ru-RU" dirty="0"/>
              <a:t>Второй уровень</a:t>
            </a:r>
          </a:p>
          <a:p>
            <a:pPr lvl="2"/>
            <a:r>
              <a:rPr lang="ru-RU" dirty="0"/>
              <a:t>Третий уровень</a:t>
            </a:r>
          </a:p>
          <a:p>
            <a:pPr lvl="3"/>
            <a:r>
              <a:rPr lang="ru-RU" dirty="0"/>
              <a:t>Четвертый уровень</a:t>
            </a:r>
          </a:p>
          <a:p>
            <a:pPr lvl="4"/>
            <a:r>
              <a:rPr lang="ru-RU" dirty="0"/>
              <a:t>Пятый уровень</a:t>
            </a:r>
            <a:endParaRPr lang="en-US" dirty="0"/>
          </a:p>
        </p:txBody>
      </p:sp>
      <p:sp>
        <p:nvSpPr>
          <p:cNvPr id="4" name="Date Placeholder 3"/>
          <p:cNvSpPr>
            <a:spLocks noGrp="1"/>
          </p:cNvSpPr>
          <p:nvPr>
            <p:ph type="dt" sz="half" idx="2"/>
          </p:nvPr>
        </p:nvSpPr>
        <p:spPr>
          <a:xfrm>
            <a:off x="1371600" y="6374670"/>
            <a:ext cx="1146333"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fld id="{13314F5F-C172-436C-B05F-2B903A5A25C4}" type="datetime1">
              <a:rPr lang="ru-RU" smtClean="0"/>
              <a:t>29.09.2025</a:t>
            </a:fld>
            <a:endParaRPr lang="ru-RU"/>
          </a:p>
        </p:txBody>
      </p:sp>
      <p:sp>
        <p:nvSpPr>
          <p:cNvPr id="5" name="Footer Placeholder 4"/>
          <p:cNvSpPr>
            <a:spLocks noGrp="1"/>
          </p:cNvSpPr>
          <p:nvPr>
            <p:ph type="ftr" sz="quarter" idx="3"/>
          </p:nvPr>
        </p:nvSpPr>
        <p:spPr>
          <a:xfrm>
            <a:off x="2874514" y="6374670"/>
            <a:ext cx="6461075" cy="404614"/>
          </a:xfrm>
          <a:prstGeom prst="rect">
            <a:avLst/>
          </a:prstGeom>
        </p:spPr>
        <p:txBody>
          <a:bodyPr vert="horz" lIns="91440" tIns="45720" rIns="91440" bIns="45720" rtlCol="0" anchor="ctr"/>
          <a:lstStyle>
            <a:lvl1pPr algn="l">
              <a:defRPr sz="1400" baseline="0">
                <a:solidFill>
                  <a:schemeClr val="tx2"/>
                </a:solidFill>
                <a:latin typeface="Georgia" panose="02040502050405020303" pitchFamily="18" charset="0"/>
              </a:defRPr>
            </a:lvl1pPr>
          </a:lstStyle>
          <a:p>
            <a:endParaRPr lang="ru-RU" dirty="0"/>
          </a:p>
        </p:txBody>
      </p:sp>
      <p:sp>
        <p:nvSpPr>
          <p:cNvPr id="6" name="Slide Number Placeholder 5"/>
          <p:cNvSpPr>
            <a:spLocks noGrp="1"/>
          </p:cNvSpPr>
          <p:nvPr>
            <p:ph type="sldNum" sz="quarter" idx="4"/>
          </p:nvPr>
        </p:nvSpPr>
        <p:spPr>
          <a:xfrm>
            <a:off x="9692170" y="6374670"/>
            <a:ext cx="1280630" cy="404614"/>
          </a:xfrm>
          <a:prstGeom prst="rect">
            <a:avLst/>
          </a:prstGeom>
        </p:spPr>
        <p:txBody>
          <a:bodyPr vert="horz" lIns="91440" tIns="45720" rIns="91440" bIns="45720" rtlCol="0" anchor="ctr"/>
          <a:lstStyle>
            <a:lvl1pPr algn="r">
              <a:defRPr sz="2800" baseline="0">
                <a:solidFill>
                  <a:schemeClr val="tx2"/>
                </a:solidFill>
                <a:latin typeface="Georgia" panose="02040502050405020303" pitchFamily="18" charset="0"/>
              </a:defRPr>
            </a:lvl1pPr>
          </a:lstStyle>
          <a:p>
            <a:fld id="{25A42088-C730-408A-A823-60BED1AFCEA0}" type="slidenum">
              <a:rPr lang="ru-RU" smtClean="0"/>
              <a:pPr/>
              <a:t>‹#›</a:t>
            </a:fld>
            <a:endParaRPr lang="ru-RU"/>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4367473"/>
      </p:ext>
    </p:extLst>
  </p:cSld>
  <p:clrMap bg1="lt1" tx1="dk1" bg2="lt2" tx2="dk2" accent1="accent1" accent2="accent2" accent3="accent3" accent4="accent4" accent5="accent5" accent6="accent6" hlink="hlink" folHlink="folHlink"/>
  <p:sldLayoutIdLst>
    <p:sldLayoutId id="2147484096" r:id="rId1"/>
    <p:sldLayoutId id="2147484097" r:id="rId2"/>
    <p:sldLayoutId id="2147484098" r:id="rId3"/>
    <p:sldLayoutId id="2147484099" r:id="rId4"/>
    <p:sldLayoutId id="2147484100" r:id="rId5"/>
    <p:sldLayoutId id="2147484101" r:id="rId6"/>
    <p:sldLayoutId id="2147484102" r:id="rId7"/>
    <p:sldLayoutId id="2147484103" r:id="rId8"/>
    <p:sldLayoutId id="2147484104" r:id="rId9"/>
    <p:sldLayoutId id="2147484105" r:id="rId10"/>
    <p:sldLayoutId id="2147484106" r:id="rId11"/>
  </p:sldLayoutIdLst>
  <p:hf hdr="0" ftr="0" dt="0"/>
  <p:txStyles>
    <p:titleStyle>
      <a:lvl1pPr algn="l" defTabSz="914400" rtl="0" eaLnBrk="1" latinLnBrk="0" hangingPunct="1">
        <a:lnSpc>
          <a:spcPct val="89000"/>
        </a:lnSpc>
        <a:spcBef>
          <a:spcPct val="0"/>
        </a:spcBef>
        <a:buNone/>
        <a:defRPr sz="3600" kern="1200" baseline="0">
          <a:solidFill>
            <a:schemeClr val="tx2"/>
          </a:solidFill>
          <a:latin typeface="Georgia" panose="02040502050405020303" pitchFamily="18" charset="0"/>
          <a:ea typeface="+mj-ea"/>
          <a:cs typeface="+mj-cs"/>
        </a:defRPr>
      </a:lvl1pPr>
    </p:titleStyle>
    <p:bodyStyle>
      <a:lvl1pPr marL="0" indent="0" algn="l" defTabSz="914400" rtl="0" eaLnBrk="1" latinLnBrk="0" hangingPunct="1">
        <a:lnSpc>
          <a:spcPct val="94000"/>
        </a:lnSpc>
        <a:spcBef>
          <a:spcPts val="1000"/>
        </a:spcBef>
        <a:spcAft>
          <a:spcPts val="200"/>
        </a:spcAft>
        <a:buFontTx/>
        <a:buNone/>
        <a:defRPr sz="2000" kern="1200" baseline="0">
          <a:solidFill>
            <a:schemeClr val="tx2"/>
          </a:solidFill>
          <a:latin typeface="Georgia" panose="02040502050405020303" pitchFamily="18" charset="0"/>
          <a:ea typeface="+mn-ea"/>
          <a:cs typeface="+mn-cs"/>
        </a:defRPr>
      </a:lvl1pPr>
      <a:lvl2pPr marL="530352" indent="0" algn="l" defTabSz="914400" rtl="0" eaLnBrk="1" latinLnBrk="0" hangingPunct="1">
        <a:lnSpc>
          <a:spcPct val="94000"/>
        </a:lnSpc>
        <a:spcBef>
          <a:spcPts val="500"/>
        </a:spcBef>
        <a:spcAft>
          <a:spcPts val="200"/>
        </a:spcAft>
        <a:buFontTx/>
        <a:buNone/>
        <a:defRPr sz="2000" i="1" kern="1200" baseline="0">
          <a:solidFill>
            <a:schemeClr val="tx2"/>
          </a:solidFill>
          <a:latin typeface="Georgia" panose="02040502050405020303" pitchFamily="18" charset="0"/>
          <a:ea typeface="+mn-ea"/>
          <a:cs typeface="+mn-cs"/>
        </a:defRPr>
      </a:lvl2pPr>
      <a:lvl3pPr marL="987552" indent="0" algn="l" defTabSz="914400" rtl="0" eaLnBrk="1" latinLnBrk="0" hangingPunct="1">
        <a:lnSpc>
          <a:spcPct val="94000"/>
        </a:lnSpc>
        <a:spcBef>
          <a:spcPts val="500"/>
        </a:spcBef>
        <a:spcAft>
          <a:spcPts val="200"/>
        </a:spcAft>
        <a:buFontTx/>
        <a:buNone/>
        <a:defRPr sz="1800" kern="1200" baseline="0">
          <a:solidFill>
            <a:schemeClr val="tx2"/>
          </a:solidFill>
          <a:latin typeface="Georgia" panose="02040502050405020303" pitchFamily="18" charset="0"/>
          <a:ea typeface="+mn-ea"/>
          <a:cs typeface="+mn-cs"/>
        </a:defRPr>
      </a:lvl3pPr>
      <a:lvl4pPr marL="1444752" indent="0" algn="l" defTabSz="914400" rtl="0" eaLnBrk="1" latinLnBrk="0" hangingPunct="1">
        <a:lnSpc>
          <a:spcPct val="94000"/>
        </a:lnSpc>
        <a:spcBef>
          <a:spcPts val="500"/>
        </a:spcBef>
        <a:spcAft>
          <a:spcPts val="200"/>
        </a:spcAft>
        <a:buFontTx/>
        <a:buNone/>
        <a:defRPr sz="1800" i="1" kern="1200" baseline="0">
          <a:solidFill>
            <a:schemeClr val="tx2"/>
          </a:solidFill>
          <a:latin typeface="Georgia" panose="02040502050405020303" pitchFamily="18" charset="0"/>
          <a:ea typeface="+mn-ea"/>
          <a:cs typeface="+mn-cs"/>
        </a:defRPr>
      </a:lvl4pPr>
      <a:lvl5pPr marL="1901952" indent="0" algn="l" defTabSz="914400" rtl="0" eaLnBrk="1" latinLnBrk="0" hangingPunct="1">
        <a:lnSpc>
          <a:spcPct val="94000"/>
        </a:lnSpc>
        <a:spcBef>
          <a:spcPts val="500"/>
        </a:spcBef>
        <a:spcAft>
          <a:spcPts val="200"/>
        </a:spcAft>
        <a:buFontTx/>
        <a:buNone/>
        <a:defRPr sz="1600" kern="1200" baseline="0">
          <a:solidFill>
            <a:schemeClr val="tx2"/>
          </a:solidFill>
          <a:latin typeface="Georgia" panose="02040502050405020303" pitchFamily="18" charset="0"/>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w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0F56258-0E67-7C7B-2850-681FD0BB7579}"/>
              </a:ext>
            </a:extLst>
          </p:cNvPr>
          <p:cNvSpPr>
            <a:spLocks noGrp="1"/>
          </p:cNvSpPr>
          <p:nvPr>
            <p:ph type="ctrTitle"/>
          </p:nvPr>
        </p:nvSpPr>
        <p:spPr/>
        <p:txBody>
          <a:bodyPr/>
          <a:lstStyle/>
          <a:p>
            <a:r>
              <a:rPr lang="ru-RU" sz="6000" dirty="0"/>
              <a:t>Лекция 8  </a:t>
            </a:r>
            <a:br>
              <a:rPr lang="ru-RU" sz="6000" dirty="0"/>
            </a:br>
            <a:r>
              <a:rPr lang="en-US" sz="6000" dirty="0"/>
              <a:t>UML. </a:t>
            </a:r>
            <a:r>
              <a:rPr lang="ru-RU" sz="6000" dirty="0"/>
              <a:t>Диаграммы состояний</a:t>
            </a:r>
          </a:p>
        </p:txBody>
      </p:sp>
      <p:sp>
        <p:nvSpPr>
          <p:cNvPr id="3" name="Подзаголовок 2">
            <a:extLst>
              <a:ext uri="{FF2B5EF4-FFF2-40B4-BE49-F238E27FC236}">
                <a16:creationId xmlns:a16="http://schemas.microsoft.com/office/drawing/2014/main" id="{29DB230C-D752-D32B-FD0D-416920046857}"/>
              </a:ext>
            </a:extLst>
          </p:cNvPr>
          <p:cNvSpPr>
            <a:spLocks noGrp="1"/>
          </p:cNvSpPr>
          <p:nvPr>
            <p:ph type="subTitle" idx="1"/>
          </p:nvPr>
        </p:nvSpPr>
        <p:spPr/>
        <p:txBody>
          <a:bodyPr>
            <a:normAutofit fontScale="92500"/>
          </a:bodyPr>
          <a:lstStyle/>
          <a:p>
            <a:r>
              <a:rPr lang="ru-RU" dirty="0"/>
              <a:t>Технология разработки программного обеспечения</a:t>
            </a:r>
          </a:p>
          <a:p>
            <a:r>
              <a:rPr lang="ru-RU" dirty="0"/>
              <a:t>Преподаватель: Челищева Лилия Дмитриевна</a:t>
            </a:r>
          </a:p>
        </p:txBody>
      </p:sp>
    </p:spTree>
    <p:extLst>
      <p:ext uri="{BB962C8B-B14F-4D97-AF65-F5344CB8AC3E}">
        <p14:creationId xmlns:p14="http://schemas.microsoft.com/office/powerpoint/2010/main" val="15860754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8FFE18-8FDE-403D-97C0-1B67EFAB6149}"/>
              </a:ext>
            </a:extLst>
          </p:cNvPr>
          <p:cNvSpPr>
            <a:spLocks noGrp="1"/>
          </p:cNvSpPr>
          <p:nvPr>
            <p:ph type="title"/>
          </p:nvPr>
        </p:nvSpPr>
        <p:spPr/>
        <p:txBody>
          <a:bodyPr>
            <a:normAutofit fontScale="90000"/>
          </a:bodyPr>
          <a:lstStyle/>
          <a:p>
            <a:r>
              <a:rPr lang="ru-RU" dirty="0"/>
              <a:t>Иллюстрация поведения отдельного объекта</a:t>
            </a:r>
          </a:p>
        </p:txBody>
      </p:sp>
      <p:sp>
        <p:nvSpPr>
          <p:cNvPr id="3" name="Объект 2">
            <a:extLst>
              <a:ext uri="{FF2B5EF4-FFF2-40B4-BE49-F238E27FC236}">
                <a16:creationId xmlns:a16="http://schemas.microsoft.com/office/drawing/2014/main" id="{B21BF2E5-FAB2-4B34-ADEC-3F782927BE3A}"/>
              </a:ext>
            </a:extLst>
          </p:cNvPr>
          <p:cNvSpPr>
            <a:spLocks noGrp="1"/>
          </p:cNvSpPr>
          <p:nvPr>
            <p:ph idx="1"/>
          </p:nvPr>
        </p:nvSpPr>
        <p:spPr/>
        <p:txBody>
          <a:bodyPr/>
          <a:lstStyle/>
          <a:p>
            <a:r>
              <a:rPr lang="ru-RU" dirty="0"/>
              <a:t>Для моделирования поведения отдельных ключевых объектов существует диаграмма состояний/конечного автомата (</a:t>
            </a:r>
            <a:r>
              <a:rPr lang="en-US" altLang="ru-RU" dirty="0"/>
              <a:t>state machine</a:t>
            </a:r>
            <a:r>
              <a:rPr lang="ru-RU" altLang="ru-RU" dirty="0"/>
              <a:t> </a:t>
            </a:r>
            <a:r>
              <a:rPr lang="en-US" altLang="ru-RU" dirty="0"/>
              <a:t>diagram</a:t>
            </a:r>
            <a:r>
              <a:rPr lang="ru-RU" altLang="ru-RU" dirty="0"/>
              <a:t>).</a:t>
            </a:r>
          </a:p>
          <a:p>
            <a:r>
              <a:rPr lang="ru-RU" dirty="0"/>
              <a:t>Автомат (State </a:t>
            </a:r>
            <a:r>
              <a:rPr lang="ru-RU" dirty="0" err="1"/>
              <a:t>machine</a:t>
            </a:r>
            <a:r>
              <a:rPr lang="ru-RU" dirty="0"/>
              <a:t>) описывает поведение в терминах последовательности состояний, через которые проходит объект в течение своей жизни. </a:t>
            </a:r>
          </a:p>
          <a:p>
            <a:r>
              <a:rPr lang="ru-RU" dirty="0"/>
              <a:t>Автомат: </a:t>
            </a:r>
          </a:p>
          <a:p>
            <a:pPr marL="342900" indent="-342900">
              <a:buFont typeface="Wingdings" panose="05000000000000000000" pitchFamily="2" charset="2"/>
              <a:buChar char="Ø"/>
            </a:pPr>
            <a:r>
              <a:rPr lang="ru-RU" dirty="0"/>
              <a:t>задает поведение системы как цельной, единой сущности; </a:t>
            </a:r>
          </a:p>
          <a:p>
            <a:pPr marL="342900" indent="-342900">
              <a:buFont typeface="Wingdings" panose="05000000000000000000" pitchFamily="2" charset="2"/>
              <a:buChar char="Ø"/>
            </a:pPr>
            <a:r>
              <a:rPr lang="ru-RU" dirty="0"/>
              <a:t>моделирует жизненный цикл единого объекта;</a:t>
            </a:r>
          </a:p>
          <a:p>
            <a:pPr marL="342900" indent="-342900">
              <a:buFont typeface="Wingdings" panose="05000000000000000000" pitchFamily="2" charset="2"/>
              <a:buChar char="Ø"/>
            </a:pPr>
            <a:r>
              <a:rPr lang="ru-RU" dirty="0"/>
              <a:t>применяют для формализации динамики отдельного трудного для понимания блока системы.</a:t>
            </a:r>
          </a:p>
          <a:p>
            <a:endParaRPr lang="ru-RU" dirty="0"/>
          </a:p>
        </p:txBody>
      </p:sp>
      <p:sp>
        <p:nvSpPr>
          <p:cNvPr id="4" name="Номер слайда 3">
            <a:extLst>
              <a:ext uri="{FF2B5EF4-FFF2-40B4-BE49-F238E27FC236}">
                <a16:creationId xmlns:a16="http://schemas.microsoft.com/office/drawing/2014/main" id="{47B6C206-E717-41D0-B290-89A4456C5CD5}"/>
              </a:ext>
            </a:extLst>
          </p:cNvPr>
          <p:cNvSpPr>
            <a:spLocks noGrp="1"/>
          </p:cNvSpPr>
          <p:nvPr>
            <p:ph type="sldNum" sz="quarter" idx="12"/>
          </p:nvPr>
        </p:nvSpPr>
        <p:spPr/>
        <p:txBody>
          <a:bodyPr/>
          <a:lstStyle/>
          <a:p>
            <a:fld id="{25A42088-C730-408A-A823-60BED1AFCEA0}" type="slidenum">
              <a:rPr lang="ru-RU" smtClean="0"/>
              <a:t>2</a:t>
            </a:fld>
            <a:endParaRPr lang="ru-RU"/>
          </a:p>
        </p:txBody>
      </p:sp>
    </p:spTree>
    <p:extLst>
      <p:ext uri="{BB962C8B-B14F-4D97-AF65-F5344CB8AC3E}">
        <p14:creationId xmlns:p14="http://schemas.microsoft.com/office/powerpoint/2010/main" val="2930663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C6A84BD-7933-46C0-A11F-1234908C0CF2}"/>
              </a:ext>
            </a:extLst>
          </p:cNvPr>
          <p:cNvSpPr>
            <a:spLocks noGrp="1"/>
          </p:cNvSpPr>
          <p:nvPr>
            <p:ph type="title"/>
          </p:nvPr>
        </p:nvSpPr>
        <p:spPr/>
        <p:txBody>
          <a:bodyPr/>
          <a:lstStyle/>
          <a:p>
            <a:r>
              <a:rPr lang="ru-RU" dirty="0"/>
              <a:t>Состав диаграммы состояний</a:t>
            </a:r>
          </a:p>
        </p:txBody>
      </p:sp>
      <p:sp>
        <p:nvSpPr>
          <p:cNvPr id="3" name="Объект 2">
            <a:extLst>
              <a:ext uri="{FF2B5EF4-FFF2-40B4-BE49-F238E27FC236}">
                <a16:creationId xmlns:a16="http://schemas.microsoft.com/office/drawing/2014/main" id="{3AD7DF17-0A2E-4833-BED4-94235D572586}"/>
              </a:ext>
            </a:extLst>
          </p:cNvPr>
          <p:cNvSpPr>
            <a:spLocks noGrp="1"/>
          </p:cNvSpPr>
          <p:nvPr>
            <p:ph idx="1"/>
          </p:nvPr>
        </p:nvSpPr>
        <p:spPr/>
        <p:txBody>
          <a:bodyPr>
            <a:normAutofit/>
          </a:bodyPr>
          <a:lstStyle/>
          <a:p>
            <a:r>
              <a:rPr lang="ru-RU" sz="2400" b="1" dirty="0"/>
              <a:t>Состояние</a:t>
            </a:r>
            <a:r>
              <a:rPr lang="ru-RU" sz="2400" dirty="0"/>
              <a:t> – период в жизни объекта, на протяжении которого он удовлетворяет какому-то условию, выполняет определенную деятельность или ожидает некоторого события.</a:t>
            </a:r>
          </a:p>
          <a:p>
            <a:r>
              <a:rPr lang="ru-RU" sz="2400" b="1" dirty="0"/>
              <a:t>Событие</a:t>
            </a:r>
            <a:r>
              <a:rPr lang="ru-RU" sz="2400" dirty="0"/>
              <a:t> – происшествие, вызывающее изменение состояния.</a:t>
            </a:r>
          </a:p>
          <a:p>
            <a:r>
              <a:rPr lang="ru-RU" sz="2400" b="1" dirty="0"/>
              <a:t>Действие</a:t>
            </a:r>
            <a:r>
              <a:rPr lang="ru-RU" sz="2400" dirty="0"/>
              <a:t> – набор операций, запускаемых событием.</a:t>
            </a:r>
          </a:p>
          <a:p>
            <a:r>
              <a:rPr lang="ru-RU" sz="2400" dirty="0"/>
              <a:t>События вызывают переходы, а действия являются реакциями на переходы. </a:t>
            </a:r>
          </a:p>
          <a:p>
            <a:endParaRPr lang="ru-RU" sz="2400" dirty="0"/>
          </a:p>
          <a:p>
            <a:endParaRPr lang="ru-RU" sz="2400" dirty="0"/>
          </a:p>
        </p:txBody>
      </p:sp>
      <p:sp>
        <p:nvSpPr>
          <p:cNvPr id="4" name="Номер слайда 3">
            <a:extLst>
              <a:ext uri="{FF2B5EF4-FFF2-40B4-BE49-F238E27FC236}">
                <a16:creationId xmlns:a16="http://schemas.microsoft.com/office/drawing/2014/main" id="{C51D9254-8A38-4148-A493-2E4494C0BCE7}"/>
              </a:ext>
            </a:extLst>
          </p:cNvPr>
          <p:cNvSpPr>
            <a:spLocks noGrp="1"/>
          </p:cNvSpPr>
          <p:nvPr>
            <p:ph type="sldNum" sz="quarter" idx="12"/>
          </p:nvPr>
        </p:nvSpPr>
        <p:spPr/>
        <p:txBody>
          <a:bodyPr/>
          <a:lstStyle/>
          <a:p>
            <a:fld id="{25A42088-C730-408A-A823-60BED1AFCEA0}" type="slidenum">
              <a:rPr lang="ru-RU" smtClean="0"/>
              <a:t>3</a:t>
            </a:fld>
            <a:endParaRPr lang="ru-RU"/>
          </a:p>
        </p:txBody>
      </p:sp>
      <p:sp>
        <p:nvSpPr>
          <p:cNvPr id="5" name="Прямоугольник: скругленные углы 4">
            <a:extLst>
              <a:ext uri="{FF2B5EF4-FFF2-40B4-BE49-F238E27FC236}">
                <a16:creationId xmlns:a16="http://schemas.microsoft.com/office/drawing/2014/main" id="{B2ADE33A-3303-4F9C-9A33-9BE31540C57D}"/>
              </a:ext>
            </a:extLst>
          </p:cNvPr>
          <p:cNvSpPr/>
          <p:nvPr/>
        </p:nvSpPr>
        <p:spPr>
          <a:xfrm>
            <a:off x="1638300" y="5010151"/>
            <a:ext cx="3438525" cy="1251312"/>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ru-RU" dirty="0"/>
              <a:t>Состояние</a:t>
            </a:r>
          </a:p>
        </p:txBody>
      </p:sp>
      <p:cxnSp>
        <p:nvCxnSpPr>
          <p:cNvPr id="7" name="Прямая со стрелкой 6">
            <a:extLst>
              <a:ext uri="{FF2B5EF4-FFF2-40B4-BE49-F238E27FC236}">
                <a16:creationId xmlns:a16="http://schemas.microsoft.com/office/drawing/2014/main" id="{DD108FB1-BE40-49EA-9D72-D280741C0447}"/>
              </a:ext>
            </a:extLst>
          </p:cNvPr>
          <p:cNvCxnSpPr/>
          <p:nvPr/>
        </p:nvCxnSpPr>
        <p:spPr>
          <a:xfrm>
            <a:off x="6657975" y="5514975"/>
            <a:ext cx="313372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CA791015-1794-4906-8FEE-0DE9C7A799AF}"/>
              </a:ext>
            </a:extLst>
          </p:cNvPr>
          <p:cNvSpPr txBox="1"/>
          <p:nvPr/>
        </p:nvSpPr>
        <p:spPr>
          <a:xfrm>
            <a:off x="7743825" y="5166751"/>
            <a:ext cx="2362200" cy="369332"/>
          </a:xfrm>
          <a:prstGeom prst="rect">
            <a:avLst/>
          </a:prstGeom>
          <a:noFill/>
        </p:spPr>
        <p:txBody>
          <a:bodyPr wrap="square" rtlCol="0">
            <a:spAutoFit/>
          </a:bodyPr>
          <a:lstStyle/>
          <a:p>
            <a:r>
              <a:rPr lang="ru-RU" dirty="0"/>
              <a:t>Событие</a:t>
            </a:r>
          </a:p>
        </p:txBody>
      </p:sp>
    </p:spTree>
    <p:extLst>
      <p:ext uri="{BB962C8B-B14F-4D97-AF65-F5344CB8AC3E}">
        <p14:creationId xmlns:p14="http://schemas.microsoft.com/office/powerpoint/2010/main" val="1243612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68" name="Picture 8">
            <a:extLst>
              <a:ext uri="{FF2B5EF4-FFF2-40B4-BE49-F238E27FC236}">
                <a16:creationId xmlns:a16="http://schemas.microsoft.com/office/drawing/2014/main" id="{3A09D81C-F398-48C9-B599-F2B591FC4A8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143251" y="449264"/>
            <a:ext cx="7345363" cy="6219825"/>
          </a:xfrm>
          <a:noFill/>
          <a:ln/>
        </p:spPr>
      </p:pic>
      <p:sp>
        <p:nvSpPr>
          <p:cNvPr id="194569" name="Text Box 9">
            <a:extLst>
              <a:ext uri="{FF2B5EF4-FFF2-40B4-BE49-F238E27FC236}">
                <a16:creationId xmlns:a16="http://schemas.microsoft.com/office/drawing/2014/main" id="{7E859443-E778-43F0-9452-28C20A9F1E45}"/>
              </a:ext>
            </a:extLst>
          </p:cNvPr>
          <p:cNvSpPr txBox="1">
            <a:spLocks noChangeArrowheads="1"/>
          </p:cNvSpPr>
          <p:nvPr/>
        </p:nvSpPr>
        <p:spPr bwMode="auto">
          <a:xfrm>
            <a:off x="1774825" y="2492375"/>
            <a:ext cx="180504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Состояние</a:t>
            </a:r>
          </a:p>
        </p:txBody>
      </p:sp>
      <p:sp>
        <p:nvSpPr>
          <p:cNvPr id="194570" name="Line 10">
            <a:extLst>
              <a:ext uri="{FF2B5EF4-FFF2-40B4-BE49-F238E27FC236}">
                <a16:creationId xmlns:a16="http://schemas.microsoft.com/office/drawing/2014/main" id="{02CE3869-D036-48E0-BE7B-FAEBE7E12F55}"/>
              </a:ext>
            </a:extLst>
          </p:cNvPr>
          <p:cNvSpPr>
            <a:spLocks noChangeShapeType="1"/>
          </p:cNvSpPr>
          <p:nvPr/>
        </p:nvSpPr>
        <p:spPr bwMode="auto">
          <a:xfrm flipV="1">
            <a:off x="3071813" y="2060576"/>
            <a:ext cx="792162" cy="504825"/>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71" name="Line 11">
            <a:extLst>
              <a:ext uri="{FF2B5EF4-FFF2-40B4-BE49-F238E27FC236}">
                <a16:creationId xmlns:a16="http://schemas.microsoft.com/office/drawing/2014/main" id="{38C4905F-8E25-4DB6-AF46-B2F8E0DDA14C}"/>
              </a:ext>
            </a:extLst>
          </p:cNvPr>
          <p:cNvSpPr>
            <a:spLocks noChangeShapeType="1"/>
          </p:cNvSpPr>
          <p:nvPr/>
        </p:nvSpPr>
        <p:spPr bwMode="auto">
          <a:xfrm>
            <a:off x="3000375" y="2924176"/>
            <a:ext cx="1150938" cy="360363"/>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72" name="Text Box 12">
            <a:extLst>
              <a:ext uri="{FF2B5EF4-FFF2-40B4-BE49-F238E27FC236}">
                <a16:creationId xmlns:a16="http://schemas.microsoft.com/office/drawing/2014/main" id="{7094ED51-E84A-4350-98BA-39F949B70BF7}"/>
              </a:ext>
            </a:extLst>
          </p:cNvPr>
          <p:cNvSpPr txBox="1">
            <a:spLocks noChangeArrowheads="1"/>
          </p:cNvSpPr>
          <p:nvPr/>
        </p:nvSpPr>
        <p:spPr bwMode="auto">
          <a:xfrm>
            <a:off x="3000376" y="5013325"/>
            <a:ext cx="251036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Имя состояния</a:t>
            </a:r>
          </a:p>
        </p:txBody>
      </p:sp>
      <p:sp>
        <p:nvSpPr>
          <p:cNvPr id="194573" name="Line 13">
            <a:extLst>
              <a:ext uri="{FF2B5EF4-FFF2-40B4-BE49-F238E27FC236}">
                <a16:creationId xmlns:a16="http://schemas.microsoft.com/office/drawing/2014/main" id="{1690E646-67C0-4F99-9D13-03DB3133CDBF}"/>
              </a:ext>
            </a:extLst>
          </p:cNvPr>
          <p:cNvSpPr>
            <a:spLocks noChangeShapeType="1"/>
          </p:cNvSpPr>
          <p:nvPr/>
        </p:nvSpPr>
        <p:spPr bwMode="auto">
          <a:xfrm>
            <a:off x="5448300" y="5445125"/>
            <a:ext cx="935038" cy="2159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74" name="Text Box 14">
            <a:extLst>
              <a:ext uri="{FF2B5EF4-FFF2-40B4-BE49-F238E27FC236}">
                <a16:creationId xmlns:a16="http://schemas.microsoft.com/office/drawing/2014/main" id="{252DD15D-D3F1-41F2-ACF3-17A8B3012A13}"/>
              </a:ext>
            </a:extLst>
          </p:cNvPr>
          <p:cNvSpPr txBox="1">
            <a:spLocks noChangeArrowheads="1"/>
          </p:cNvSpPr>
          <p:nvPr/>
        </p:nvSpPr>
        <p:spPr bwMode="auto">
          <a:xfrm>
            <a:off x="2460795" y="5867401"/>
            <a:ext cx="3212931"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r"/>
            <a:r>
              <a:rPr lang="ru-RU" altLang="ru-RU" sz="2800">
                <a:solidFill>
                  <a:schemeClr val="accent4">
                    <a:lumMod val="50000"/>
                  </a:schemeClr>
                </a:solidFill>
              </a:rPr>
              <a:t>Действия </a:t>
            </a:r>
          </a:p>
          <a:p>
            <a:pPr algn="r"/>
            <a:r>
              <a:rPr lang="ru-RU" altLang="ru-RU" sz="2800">
                <a:solidFill>
                  <a:schemeClr val="accent4">
                    <a:lumMod val="50000"/>
                  </a:schemeClr>
                </a:solidFill>
              </a:rPr>
              <a:t>при входе и выходе</a:t>
            </a:r>
          </a:p>
        </p:txBody>
      </p:sp>
      <p:sp>
        <p:nvSpPr>
          <p:cNvPr id="194575" name="Line 15">
            <a:extLst>
              <a:ext uri="{FF2B5EF4-FFF2-40B4-BE49-F238E27FC236}">
                <a16:creationId xmlns:a16="http://schemas.microsoft.com/office/drawing/2014/main" id="{F6B5D398-77E5-4D76-8B6E-5811801E889D}"/>
              </a:ext>
            </a:extLst>
          </p:cNvPr>
          <p:cNvSpPr>
            <a:spLocks noChangeShapeType="1"/>
          </p:cNvSpPr>
          <p:nvPr/>
        </p:nvSpPr>
        <p:spPr bwMode="auto">
          <a:xfrm flipV="1">
            <a:off x="5448300" y="6237288"/>
            <a:ext cx="863600" cy="144462"/>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76" name="Text Box 16">
            <a:extLst>
              <a:ext uri="{FF2B5EF4-FFF2-40B4-BE49-F238E27FC236}">
                <a16:creationId xmlns:a16="http://schemas.microsoft.com/office/drawing/2014/main" id="{A62116A3-9150-482B-92D5-4A86AB6D22E0}"/>
              </a:ext>
            </a:extLst>
          </p:cNvPr>
          <p:cNvSpPr txBox="1">
            <a:spLocks noChangeArrowheads="1"/>
          </p:cNvSpPr>
          <p:nvPr/>
        </p:nvSpPr>
        <p:spPr bwMode="auto">
          <a:xfrm>
            <a:off x="1700213" y="3716338"/>
            <a:ext cx="172085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Переходы</a:t>
            </a:r>
          </a:p>
        </p:txBody>
      </p:sp>
      <p:sp>
        <p:nvSpPr>
          <p:cNvPr id="194577" name="Line 17">
            <a:extLst>
              <a:ext uri="{FF2B5EF4-FFF2-40B4-BE49-F238E27FC236}">
                <a16:creationId xmlns:a16="http://schemas.microsoft.com/office/drawing/2014/main" id="{FEFA23BA-09B6-4E94-B74A-75F753942B5B}"/>
              </a:ext>
            </a:extLst>
          </p:cNvPr>
          <p:cNvSpPr>
            <a:spLocks noChangeShapeType="1"/>
          </p:cNvSpPr>
          <p:nvPr/>
        </p:nvSpPr>
        <p:spPr bwMode="auto">
          <a:xfrm>
            <a:off x="2566989" y="4221163"/>
            <a:ext cx="865187" cy="2159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78" name="Line 18">
            <a:extLst>
              <a:ext uri="{FF2B5EF4-FFF2-40B4-BE49-F238E27FC236}">
                <a16:creationId xmlns:a16="http://schemas.microsoft.com/office/drawing/2014/main" id="{B71389B1-46AB-44AE-B4CA-A0969949DC28}"/>
              </a:ext>
            </a:extLst>
          </p:cNvPr>
          <p:cNvSpPr>
            <a:spLocks noChangeShapeType="1"/>
          </p:cNvSpPr>
          <p:nvPr/>
        </p:nvSpPr>
        <p:spPr bwMode="auto">
          <a:xfrm flipV="1">
            <a:off x="3503614" y="3933825"/>
            <a:ext cx="1368425" cy="71438"/>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79" name="Text Box 19">
            <a:extLst>
              <a:ext uri="{FF2B5EF4-FFF2-40B4-BE49-F238E27FC236}">
                <a16:creationId xmlns:a16="http://schemas.microsoft.com/office/drawing/2014/main" id="{6FFD1F3B-B6FF-4D74-AA46-D8E2AB43448B}"/>
              </a:ext>
            </a:extLst>
          </p:cNvPr>
          <p:cNvSpPr txBox="1">
            <a:spLocks noChangeArrowheads="1"/>
          </p:cNvSpPr>
          <p:nvPr/>
        </p:nvSpPr>
        <p:spPr bwMode="auto">
          <a:xfrm>
            <a:off x="3935413" y="2636838"/>
            <a:ext cx="151996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Событие</a:t>
            </a:r>
          </a:p>
        </p:txBody>
      </p:sp>
      <p:sp>
        <p:nvSpPr>
          <p:cNvPr id="194580" name="Line 20">
            <a:extLst>
              <a:ext uri="{FF2B5EF4-FFF2-40B4-BE49-F238E27FC236}">
                <a16:creationId xmlns:a16="http://schemas.microsoft.com/office/drawing/2014/main" id="{0478ABE0-3938-45F2-AE0B-439CE29D6078}"/>
              </a:ext>
            </a:extLst>
          </p:cNvPr>
          <p:cNvSpPr>
            <a:spLocks noChangeShapeType="1"/>
          </p:cNvSpPr>
          <p:nvPr/>
        </p:nvSpPr>
        <p:spPr bwMode="auto">
          <a:xfrm flipV="1">
            <a:off x="4583113" y="2565401"/>
            <a:ext cx="576262" cy="142875"/>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81" name="Text Box 21">
            <a:extLst>
              <a:ext uri="{FF2B5EF4-FFF2-40B4-BE49-F238E27FC236}">
                <a16:creationId xmlns:a16="http://schemas.microsoft.com/office/drawing/2014/main" id="{AD11E2B5-9191-41AA-8BED-F035783BB15B}"/>
              </a:ext>
            </a:extLst>
          </p:cNvPr>
          <p:cNvSpPr txBox="1">
            <a:spLocks noChangeArrowheads="1"/>
          </p:cNvSpPr>
          <p:nvPr/>
        </p:nvSpPr>
        <p:spPr bwMode="auto">
          <a:xfrm>
            <a:off x="6383338" y="1773238"/>
            <a:ext cx="164179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Действие</a:t>
            </a:r>
          </a:p>
        </p:txBody>
      </p:sp>
      <p:sp>
        <p:nvSpPr>
          <p:cNvPr id="194582" name="Line 22">
            <a:extLst>
              <a:ext uri="{FF2B5EF4-FFF2-40B4-BE49-F238E27FC236}">
                <a16:creationId xmlns:a16="http://schemas.microsoft.com/office/drawing/2014/main" id="{FBC4432E-880B-4CB7-A4E9-5019B0D715B1}"/>
              </a:ext>
            </a:extLst>
          </p:cNvPr>
          <p:cNvSpPr>
            <a:spLocks noChangeShapeType="1"/>
          </p:cNvSpPr>
          <p:nvPr/>
        </p:nvSpPr>
        <p:spPr bwMode="auto">
          <a:xfrm flipH="1">
            <a:off x="6456363" y="2205038"/>
            <a:ext cx="647700" cy="2159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83" name="Text Box 23">
            <a:extLst>
              <a:ext uri="{FF2B5EF4-FFF2-40B4-BE49-F238E27FC236}">
                <a16:creationId xmlns:a16="http://schemas.microsoft.com/office/drawing/2014/main" id="{808C3539-BC1B-4016-8843-B60157B75822}"/>
              </a:ext>
            </a:extLst>
          </p:cNvPr>
          <p:cNvSpPr txBox="1">
            <a:spLocks noChangeArrowheads="1"/>
          </p:cNvSpPr>
          <p:nvPr/>
        </p:nvSpPr>
        <p:spPr bwMode="auto">
          <a:xfrm>
            <a:off x="3648075" y="404813"/>
            <a:ext cx="4605492"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Начальное псевдосостояние</a:t>
            </a:r>
          </a:p>
        </p:txBody>
      </p:sp>
      <p:sp>
        <p:nvSpPr>
          <p:cNvPr id="194584" name="Line 24">
            <a:extLst>
              <a:ext uri="{FF2B5EF4-FFF2-40B4-BE49-F238E27FC236}">
                <a16:creationId xmlns:a16="http://schemas.microsoft.com/office/drawing/2014/main" id="{08DCC30A-9A47-4EE7-891C-FDAC40562067}"/>
              </a:ext>
            </a:extLst>
          </p:cNvPr>
          <p:cNvSpPr>
            <a:spLocks noChangeShapeType="1"/>
          </p:cNvSpPr>
          <p:nvPr/>
        </p:nvSpPr>
        <p:spPr bwMode="auto">
          <a:xfrm flipH="1">
            <a:off x="3432176" y="836613"/>
            <a:ext cx="792163" cy="2159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194585" name="Text Box 25">
            <a:extLst>
              <a:ext uri="{FF2B5EF4-FFF2-40B4-BE49-F238E27FC236}">
                <a16:creationId xmlns:a16="http://schemas.microsoft.com/office/drawing/2014/main" id="{232BBDC6-50D9-40E3-95F7-4768F5B78429}"/>
              </a:ext>
            </a:extLst>
          </p:cNvPr>
          <p:cNvSpPr txBox="1">
            <a:spLocks noChangeArrowheads="1"/>
          </p:cNvSpPr>
          <p:nvPr/>
        </p:nvSpPr>
        <p:spPr bwMode="auto">
          <a:xfrm>
            <a:off x="7723188" y="6338888"/>
            <a:ext cx="269599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Суперсостояние</a:t>
            </a:r>
          </a:p>
        </p:txBody>
      </p:sp>
      <p:sp>
        <p:nvSpPr>
          <p:cNvPr id="194586" name="Line 26">
            <a:extLst>
              <a:ext uri="{FF2B5EF4-FFF2-40B4-BE49-F238E27FC236}">
                <a16:creationId xmlns:a16="http://schemas.microsoft.com/office/drawing/2014/main" id="{1F0389F2-96D9-480C-8329-155C1126544B}"/>
              </a:ext>
            </a:extLst>
          </p:cNvPr>
          <p:cNvSpPr>
            <a:spLocks noChangeShapeType="1"/>
          </p:cNvSpPr>
          <p:nvPr/>
        </p:nvSpPr>
        <p:spPr bwMode="auto">
          <a:xfrm flipH="1" flipV="1">
            <a:off x="9696451" y="5949950"/>
            <a:ext cx="576263" cy="43180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4" name="Номер слайда 3">
            <a:extLst>
              <a:ext uri="{FF2B5EF4-FFF2-40B4-BE49-F238E27FC236}">
                <a16:creationId xmlns:a16="http://schemas.microsoft.com/office/drawing/2014/main" id="{B24C5D6F-06D5-4C8F-BEEA-23A1ECDF1DDB}"/>
              </a:ext>
            </a:extLst>
          </p:cNvPr>
          <p:cNvSpPr>
            <a:spLocks noGrp="1"/>
          </p:cNvSpPr>
          <p:nvPr>
            <p:ph type="sldNum" sz="quarter" idx="12"/>
          </p:nvPr>
        </p:nvSpPr>
        <p:spPr/>
        <p:txBody>
          <a:bodyPr/>
          <a:lstStyle/>
          <a:p>
            <a:fld id="{25A42088-C730-408A-A823-60BED1AFCEA0}" type="slidenum">
              <a:rPr lang="ru-RU" smtClean="0"/>
              <a:t>4</a:t>
            </a:fld>
            <a:endParaRPr lang="ru-R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A8CF416-3817-4F98-8FF2-724258389BFA}"/>
              </a:ext>
            </a:extLst>
          </p:cNvPr>
          <p:cNvSpPr>
            <a:spLocks noGrp="1"/>
          </p:cNvSpPr>
          <p:nvPr>
            <p:ph type="title"/>
          </p:nvPr>
        </p:nvSpPr>
        <p:spPr/>
        <p:txBody>
          <a:bodyPr/>
          <a:lstStyle/>
          <a:p>
            <a:r>
              <a:rPr lang="ru-RU" dirty="0"/>
              <a:t>Пример: сигнализация</a:t>
            </a:r>
          </a:p>
        </p:txBody>
      </p:sp>
      <p:sp>
        <p:nvSpPr>
          <p:cNvPr id="4" name="Номер слайда 3">
            <a:extLst>
              <a:ext uri="{FF2B5EF4-FFF2-40B4-BE49-F238E27FC236}">
                <a16:creationId xmlns:a16="http://schemas.microsoft.com/office/drawing/2014/main" id="{44ACE3A7-5825-476F-866D-BC77406B1198}"/>
              </a:ext>
            </a:extLst>
          </p:cNvPr>
          <p:cNvSpPr>
            <a:spLocks noGrp="1"/>
          </p:cNvSpPr>
          <p:nvPr>
            <p:ph type="sldNum" sz="quarter" idx="12"/>
          </p:nvPr>
        </p:nvSpPr>
        <p:spPr/>
        <p:txBody>
          <a:bodyPr/>
          <a:lstStyle/>
          <a:p>
            <a:fld id="{25A42088-C730-408A-A823-60BED1AFCEA0}" type="slidenum">
              <a:rPr lang="ru-RU" smtClean="0"/>
              <a:t>5</a:t>
            </a:fld>
            <a:endParaRPr lang="ru-RU"/>
          </a:p>
        </p:txBody>
      </p:sp>
      <p:pic>
        <p:nvPicPr>
          <p:cNvPr id="5" name="Picture 6">
            <a:extLst>
              <a:ext uri="{FF2B5EF4-FFF2-40B4-BE49-F238E27FC236}">
                <a16:creationId xmlns:a16="http://schemas.microsoft.com/office/drawing/2014/main" id="{308E435D-BBD6-436E-BF7A-02D6169F840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000375" y="2151828"/>
            <a:ext cx="6554237" cy="308369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cxnSp>
        <p:nvCxnSpPr>
          <p:cNvPr id="7" name="Прямая со стрелкой 6">
            <a:extLst>
              <a:ext uri="{FF2B5EF4-FFF2-40B4-BE49-F238E27FC236}">
                <a16:creationId xmlns:a16="http://schemas.microsoft.com/office/drawing/2014/main" id="{1D3D87A0-72DE-465D-BF28-91C769D292AD}"/>
              </a:ext>
            </a:extLst>
          </p:cNvPr>
          <p:cNvCxnSpPr/>
          <p:nvPr/>
        </p:nvCxnSpPr>
        <p:spPr>
          <a:xfrm>
            <a:off x="2038350" y="2943225"/>
            <a:ext cx="1038225" cy="2095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 name="Прямая со стрелкой 7">
            <a:extLst>
              <a:ext uri="{FF2B5EF4-FFF2-40B4-BE49-F238E27FC236}">
                <a16:creationId xmlns:a16="http://schemas.microsoft.com/office/drawing/2014/main" id="{4B4C3C5B-72C3-4B96-A0D6-BEC9F5033E80}"/>
              </a:ext>
            </a:extLst>
          </p:cNvPr>
          <p:cNvCxnSpPr>
            <a:cxnSpLocks/>
          </p:cNvCxnSpPr>
          <p:nvPr/>
        </p:nvCxnSpPr>
        <p:spPr>
          <a:xfrm flipV="1">
            <a:off x="3552825" y="4972050"/>
            <a:ext cx="733425" cy="875516"/>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 name="Прямая со стрелкой 9">
            <a:extLst>
              <a:ext uri="{FF2B5EF4-FFF2-40B4-BE49-F238E27FC236}">
                <a16:creationId xmlns:a16="http://schemas.microsoft.com/office/drawing/2014/main" id="{27670447-394C-4DA9-9411-209EAB308B68}"/>
              </a:ext>
            </a:extLst>
          </p:cNvPr>
          <p:cNvCxnSpPr>
            <a:cxnSpLocks/>
          </p:cNvCxnSpPr>
          <p:nvPr/>
        </p:nvCxnSpPr>
        <p:spPr>
          <a:xfrm flipH="1" flipV="1">
            <a:off x="5448300" y="4972050"/>
            <a:ext cx="938731" cy="9715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FE53479E-E0DA-4AF8-9DCC-306F29EDC3DD}"/>
              </a:ext>
            </a:extLst>
          </p:cNvPr>
          <p:cNvSpPr txBox="1"/>
          <p:nvPr/>
        </p:nvSpPr>
        <p:spPr>
          <a:xfrm>
            <a:off x="990600" y="2533650"/>
            <a:ext cx="1646788" cy="369332"/>
          </a:xfrm>
          <a:prstGeom prst="rect">
            <a:avLst/>
          </a:prstGeom>
          <a:noFill/>
        </p:spPr>
        <p:txBody>
          <a:bodyPr wrap="square" rtlCol="0">
            <a:spAutoFit/>
          </a:bodyPr>
          <a:lstStyle/>
          <a:p>
            <a:r>
              <a:rPr lang="ru-RU" dirty="0">
                <a:solidFill>
                  <a:schemeClr val="tx2"/>
                </a:solidFill>
                <a:latin typeface="Georgia" panose="02040502050405020303" pitchFamily="18" charset="0"/>
              </a:rPr>
              <a:t>Состояние</a:t>
            </a:r>
          </a:p>
        </p:txBody>
      </p:sp>
      <p:sp>
        <p:nvSpPr>
          <p:cNvPr id="14" name="TextBox 13">
            <a:extLst>
              <a:ext uri="{FF2B5EF4-FFF2-40B4-BE49-F238E27FC236}">
                <a16:creationId xmlns:a16="http://schemas.microsoft.com/office/drawing/2014/main" id="{18BD3061-C66B-4DA7-ACAD-F99FAD48E3DE}"/>
              </a:ext>
            </a:extLst>
          </p:cNvPr>
          <p:cNvSpPr txBox="1"/>
          <p:nvPr/>
        </p:nvSpPr>
        <p:spPr>
          <a:xfrm>
            <a:off x="2599288" y="5733266"/>
            <a:ext cx="2258462" cy="369332"/>
          </a:xfrm>
          <a:prstGeom prst="rect">
            <a:avLst/>
          </a:prstGeom>
          <a:noFill/>
        </p:spPr>
        <p:txBody>
          <a:bodyPr wrap="square" rtlCol="0">
            <a:spAutoFit/>
          </a:bodyPr>
          <a:lstStyle/>
          <a:p>
            <a:r>
              <a:rPr lang="ru-RU" dirty="0">
                <a:solidFill>
                  <a:schemeClr val="tx2"/>
                </a:solidFill>
                <a:latin typeface="Georgia" panose="02040502050405020303" pitchFamily="18" charset="0"/>
              </a:rPr>
              <a:t>Событие</a:t>
            </a:r>
          </a:p>
        </p:txBody>
      </p:sp>
      <p:sp>
        <p:nvSpPr>
          <p:cNvPr id="15" name="TextBox 14">
            <a:extLst>
              <a:ext uri="{FF2B5EF4-FFF2-40B4-BE49-F238E27FC236}">
                <a16:creationId xmlns:a16="http://schemas.microsoft.com/office/drawing/2014/main" id="{36D288D4-F5B6-4C72-82F5-CDAC29B0EDAB}"/>
              </a:ext>
            </a:extLst>
          </p:cNvPr>
          <p:cNvSpPr txBox="1"/>
          <p:nvPr/>
        </p:nvSpPr>
        <p:spPr>
          <a:xfrm>
            <a:off x="5942467" y="5876141"/>
            <a:ext cx="1646788" cy="369332"/>
          </a:xfrm>
          <a:prstGeom prst="rect">
            <a:avLst/>
          </a:prstGeom>
          <a:noFill/>
        </p:spPr>
        <p:txBody>
          <a:bodyPr wrap="square" rtlCol="0">
            <a:spAutoFit/>
          </a:bodyPr>
          <a:lstStyle/>
          <a:p>
            <a:r>
              <a:rPr lang="ru-RU" dirty="0">
                <a:solidFill>
                  <a:schemeClr val="tx2"/>
                </a:solidFill>
                <a:latin typeface="Georgia" panose="02040502050405020303" pitchFamily="18" charset="0"/>
              </a:rPr>
              <a:t>Действие</a:t>
            </a:r>
          </a:p>
        </p:txBody>
      </p:sp>
      <p:cxnSp>
        <p:nvCxnSpPr>
          <p:cNvPr id="16" name="Прямая со стрелкой 15">
            <a:extLst>
              <a:ext uri="{FF2B5EF4-FFF2-40B4-BE49-F238E27FC236}">
                <a16:creationId xmlns:a16="http://schemas.microsoft.com/office/drawing/2014/main" id="{B5E1A738-F8F1-4E31-A1AE-59D9C4EF68C2}"/>
              </a:ext>
            </a:extLst>
          </p:cNvPr>
          <p:cNvCxnSpPr>
            <a:cxnSpLocks/>
          </p:cNvCxnSpPr>
          <p:nvPr/>
        </p:nvCxnSpPr>
        <p:spPr>
          <a:xfrm flipV="1">
            <a:off x="2325137" y="3944172"/>
            <a:ext cx="1742038" cy="10097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DAF064AB-DCCD-45A9-814A-136B77085513}"/>
              </a:ext>
            </a:extLst>
          </p:cNvPr>
          <p:cNvSpPr txBox="1"/>
          <p:nvPr/>
        </p:nvSpPr>
        <p:spPr>
          <a:xfrm>
            <a:off x="1371600" y="4839622"/>
            <a:ext cx="2258462" cy="369332"/>
          </a:xfrm>
          <a:prstGeom prst="rect">
            <a:avLst/>
          </a:prstGeom>
          <a:noFill/>
        </p:spPr>
        <p:txBody>
          <a:bodyPr wrap="square" rtlCol="0">
            <a:spAutoFit/>
          </a:bodyPr>
          <a:lstStyle/>
          <a:p>
            <a:r>
              <a:rPr lang="ru-RU" dirty="0">
                <a:solidFill>
                  <a:schemeClr val="tx2"/>
                </a:solidFill>
                <a:latin typeface="Georgia" panose="02040502050405020303" pitchFamily="18" charset="0"/>
              </a:rPr>
              <a:t>Переход</a:t>
            </a:r>
          </a:p>
        </p:txBody>
      </p:sp>
    </p:spTree>
    <p:extLst>
      <p:ext uri="{BB962C8B-B14F-4D97-AF65-F5344CB8AC3E}">
        <p14:creationId xmlns:p14="http://schemas.microsoft.com/office/powerpoint/2010/main" val="741510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Rectangle 2">
            <a:extLst>
              <a:ext uri="{FF2B5EF4-FFF2-40B4-BE49-F238E27FC236}">
                <a16:creationId xmlns:a16="http://schemas.microsoft.com/office/drawing/2014/main" id="{7CF9353A-77DE-4BF6-9F3F-4470C40C9AA6}"/>
              </a:ext>
            </a:extLst>
          </p:cNvPr>
          <p:cNvSpPr>
            <a:spLocks noGrp="1" noChangeArrowheads="1"/>
          </p:cNvSpPr>
          <p:nvPr>
            <p:ph type="title"/>
          </p:nvPr>
        </p:nvSpPr>
        <p:spPr>
          <a:xfrm>
            <a:off x="1371600" y="596538"/>
            <a:ext cx="9601200" cy="733697"/>
          </a:xfrm>
        </p:spPr>
        <p:txBody>
          <a:bodyPr/>
          <a:lstStyle/>
          <a:p>
            <a:r>
              <a:rPr lang="ru-RU" altLang="ru-RU"/>
              <a:t>Специальные события</a:t>
            </a:r>
          </a:p>
        </p:txBody>
      </p:sp>
      <p:sp>
        <p:nvSpPr>
          <p:cNvPr id="216067" name="Rectangle 3">
            <a:extLst>
              <a:ext uri="{FF2B5EF4-FFF2-40B4-BE49-F238E27FC236}">
                <a16:creationId xmlns:a16="http://schemas.microsoft.com/office/drawing/2014/main" id="{A894FFD1-E441-48C8-86A4-0A9F0F688B79}"/>
              </a:ext>
            </a:extLst>
          </p:cNvPr>
          <p:cNvSpPr>
            <a:spLocks noGrp="1" noChangeArrowheads="1"/>
          </p:cNvSpPr>
          <p:nvPr>
            <p:ph idx="1"/>
          </p:nvPr>
        </p:nvSpPr>
        <p:spPr>
          <a:xfrm>
            <a:off x="1371600" y="1506537"/>
            <a:ext cx="9601200" cy="5018087"/>
          </a:xfrm>
        </p:spPr>
        <p:txBody>
          <a:bodyPr>
            <a:normAutofit/>
          </a:bodyPr>
          <a:lstStyle/>
          <a:p>
            <a:pPr marL="342900" indent="-342900">
              <a:buFont typeface="Wingdings" panose="05000000000000000000" pitchFamily="2" charset="2"/>
              <a:buChar char="Ø"/>
            </a:pPr>
            <a:r>
              <a:rPr lang="ru-RU" altLang="ru-RU" sz="2400" b="1" dirty="0" err="1"/>
              <a:t>entry</a:t>
            </a:r>
            <a:r>
              <a:rPr lang="ru-RU" altLang="ru-RU" sz="2400" dirty="0"/>
              <a:t> - действие, которое выполняется в момент входа в данное состояние (входное действие);</a:t>
            </a:r>
          </a:p>
          <a:p>
            <a:pPr marL="342900" indent="-342900">
              <a:buFont typeface="Wingdings" panose="05000000000000000000" pitchFamily="2" charset="2"/>
              <a:buChar char="Ø"/>
            </a:pPr>
            <a:r>
              <a:rPr lang="ru-RU" altLang="ru-RU" sz="2400" b="1" dirty="0" err="1"/>
              <a:t>exit</a:t>
            </a:r>
            <a:r>
              <a:rPr lang="ru-RU" altLang="ru-RU" sz="2400" dirty="0"/>
              <a:t> - действие, которое выполняется в момент выхода из данного состояния (выходное действие);</a:t>
            </a:r>
          </a:p>
          <a:p>
            <a:pPr marL="342900" indent="-342900">
              <a:buFont typeface="Wingdings" panose="05000000000000000000" pitchFamily="2" charset="2"/>
              <a:buChar char="Ø"/>
            </a:pPr>
            <a:r>
              <a:rPr lang="ru-RU" altLang="ru-RU" sz="2400" b="1" dirty="0" err="1"/>
              <a:t>do</a:t>
            </a:r>
            <a:r>
              <a:rPr lang="ru-RU" altLang="ru-RU" sz="2400" dirty="0"/>
              <a:t> - деятельность, которая выполняется в течение всего времени, пока объект находится в данном состоянии, или до тех пор, пока не закончится вычисление, специфицированное следующим за ней выражением действия. В последнем случае при завершении события генерируется соответствующий результат;</a:t>
            </a:r>
          </a:p>
          <a:p>
            <a:pPr marL="342900" indent="-342900">
              <a:buFont typeface="Wingdings" panose="05000000000000000000" pitchFamily="2" charset="2"/>
              <a:buChar char="Ø"/>
            </a:pPr>
            <a:r>
              <a:rPr lang="ru-RU" altLang="ru-RU" sz="2400" b="1" dirty="0" err="1"/>
              <a:t>include</a:t>
            </a:r>
            <a:r>
              <a:rPr lang="ru-RU" altLang="ru-RU" sz="2400" dirty="0"/>
              <a:t> - используется для обращения к подавтомату, при этом следующее за ней выражение действия содержит имя этого подавтомата.</a:t>
            </a:r>
          </a:p>
        </p:txBody>
      </p:sp>
      <p:sp>
        <p:nvSpPr>
          <p:cNvPr id="4" name="Номер слайда 3">
            <a:extLst>
              <a:ext uri="{FF2B5EF4-FFF2-40B4-BE49-F238E27FC236}">
                <a16:creationId xmlns:a16="http://schemas.microsoft.com/office/drawing/2014/main" id="{D5101836-DE73-48BD-A5FD-CE67F05A5389}"/>
              </a:ext>
            </a:extLst>
          </p:cNvPr>
          <p:cNvSpPr>
            <a:spLocks noGrp="1"/>
          </p:cNvSpPr>
          <p:nvPr>
            <p:ph type="sldNum" sz="quarter" idx="12"/>
          </p:nvPr>
        </p:nvSpPr>
        <p:spPr/>
        <p:txBody>
          <a:bodyPr/>
          <a:lstStyle/>
          <a:p>
            <a:fld id="{25A42088-C730-408A-A823-60BED1AFCEA0}" type="slidenum">
              <a:rPr lang="ru-RU" smtClean="0"/>
              <a:t>6</a:t>
            </a:fld>
            <a:endParaRPr lang="ru-R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a:extLst>
              <a:ext uri="{FF2B5EF4-FFF2-40B4-BE49-F238E27FC236}">
                <a16:creationId xmlns:a16="http://schemas.microsoft.com/office/drawing/2014/main" id="{2D8C74E2-BA5C-4BC4-AEAC-33AF371C7542}"/>
              </a:ext>
            </a:extLst>
          </p:cNvPr>
          <p:cNvSpPr>
            <a:spLocks noGrp="1" noChangeArrowheads="1"/>
          </p:cNvSpPr>
          <p:nvPr>
            <p:ph type="title"/>
          </p:nvPr>
        </p:nvSpPr>
        <p:spPr>
          <a:xfrm>
            <a:off x="1371600" y="596538"/>
            <a:ext cx="9601200" cy="1084624"/>
          </a:xfrm>
        </p:spPr>
        <p:txBody>
          <a:bodyPr>
            <a:normAutofit fontScale="90000"/>
          </a:bodyPr>
          <a:lstStyle/>
          <a:p>
            <a:r>
              <a:rPr lang="ru-RU" altLang="ru-RU" sz="4000" dirty="0"/>
              <a:t>Начальное и конечное </a:t>
            </a:r>
            <a:r>
              <a:rPr lang="ru-RU" altLang="ru-RU" sz="4000" dirty="0" err="1"/>
              <a:t>псевдосостояния</a:t>
            </a:r>
            <a:r>
              <a:rPr lang="ru-RU" altLang="ru-RU" sz="4000" dirty="0"/>
              <a:t> и действия</a:t>
            </a:r>
          </a:p>
        </p:txBody>
      </p:sp>
      <p:pic>
        <p:nvPicPr>
          <p:cNvPr id="209925" name="Picture 5">
            <a:extLst>
              <a:ext uri="{FF2B5EF4-FFF2-40B4-BE49-F238E27FC236}">
                <a16:creationId xmlns:a16="http://schemas.microsoft.com/office/drawing/2014/main" id="{CFF9A2EE-6F96-4DD0-9B5A-66E68E3EAB4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135189" y="2205038"/>
            <a:ext cx="7604125" cy="2633662"/>
          </a:xfrm>
          <a:noFill/>
          <a:ln/>
        </p:spPr>
      </p:pic>
      <p:sp>
        <p:nvSpPr>
          <p:cNvPr id="209926" name="Text Box 6">
            <a:extLst>
              <a:ext uri="{FF2B5EF4-FFF2-40B4-BE49-F238E27FC236}">
                <a16:creationId xmlns:a16="http://schemas.microsoft.com/office/drawing/2014/main" id="{AE006FC8-0801-42D6-B805-E4AC2CE7C0B6}"/>
              </a:ext>
            </a:extLst>
          </p:cNvPr>
          <p:cNvSpPr txBox="1">
            <a:spLocks noChangeArrowheads="1"/>
          </p:cNvSpPr>
          <p:nvPr/>
        </p:nvSpPr>
        <p:spPr bwMode="auto">
          <a:xfrm>
            <a:off x="1774825" y="5362576"/>
            <a:ext cx="2848600"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Начальное </a:t>
            </a:r>
          </a:p>
          <a:p>
            <a:r>
              <a:rPr lang="ru-RU" altLang="ru-RU" sz="2800">
                <a:solidFill>
                  <a:schemeClr val="accent4">
                    <a:lumMod val="50000"/>
                  </a:schemeClr>
                </a:solidFill>
              </a:rPr>
              <a:t>псевдосостояние</a:t>
            </a:r>
          </a:p>
        </p:txBody>
      </p:sp>
      <p:sp>
        <p:nvSpPr>
          <p:cNvPr id="209927" name="Line 7">
            <a:extLst>
              <a:ext uri="{FF2B5EF4-FFF2-40B4-BE49-F238E27FC236}">
                <a16:creationId xmlns:a16="http://schemas.microsoft.com/office/drawing/2014/main" id="{A16890BD-410A-45F0-90C7-35EA92875B64}"/>
              </a:ext>
            </a:extLst>
          </p:cNvPr>
          <p:cNvSpPr>
            <a:spLocks noChangeShapeType="1"/>
          </p:cNvSpPr>
          <p:nvPr/>
        </p:nvSpPr>
        <p:spPr bwMode="auto">
          <a:xfrm flipV="1">
            <a:off x="2351088" y="4365626"/>
            <a:ext cx="0" cy="936625"/>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209928" name="Text Box 8">
            <a:extLst>
              <a:ext uri="{FF2B5EF4-FFF2-40B4-BE49-F238E27FC236}">
                <a16:creationId xmlns:a16="http://schemas.microsoft.com/office/drawing/2014/main" id="{BD921924-F6E3-4FB8-BEDA-733699D2431F}"/>
              </a:ext>
            </a:extLst>
          </p:cNvPr>
          <p:cNvSpPr txBox="1">
            <a:spLocks noChangeArrowheads="1"/>
          </p:cNvSpPr>
          <p:nvPr/>
        </p:nvSpPr>
        <p:spPr bwMode="auto">
          <a:xfrm>
            <a:off x="7391400" y="5362576"/>
            <a:ext cx="288867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dirty="0">
                <a:solidFill>
                  <a:schemeClr val="accent4">
                    <a:lumMod val="50000"/>
                  </a:schemeClr>
                </a:solidFill>
              </a:rPr>
              <a:t>Конечное </a:t>
            </a:r>
          </a:p>
          <a:p>
            <a:r>
              <a:rPr lang="ru-RU" altLang="ru-RU" sz="2800" dirty="0" err="1">
                <a:solidFill>
                  <a:schemeClr val="accent4">
                    <a:lumMod val="50000"/>
                  </a:schemeClr>
                </a:solidFill>
              </a:rPr>
              <a:t>псевдосостояние</a:t>
            </a:r>
            <a:endParaRPr lang="ru-RU" altLang="ru-RU" sz="2800" dirty="0">
              <a:solidFill>
                <a:schemeClr val="accent4">
                  <a:lumMod val="50000"/>
                </a:schemeClr>
              </a:solidFill>
            </a:endParaRPr>
          </a:p>
          <a:p>
            <a:r>
              <a:rPr lang="ru-RU" altLang="ru-RU" sz="2800" dirty="0">
                <a:solidFill>
                  <a:schemeClr val="accent4">
                    <a:lumMod val="50000"/>
                  </a:schemeClr>
                </a:solidFill>
              </a:rPr>
              <a:t>(может не быть)</a:t>
            </a:r>
          </a:p>
        </p:txBody>
      </p:sp>
      <p:sp>
        <p:nvSpPr>
          <p:cNvPr id="209929" name="Line 9">
            <a:extLst>
              <a:ext uri="{FF2B5EF4-FFF2-40B4-BE49-F238E27FC236}">
                <a16:creationId xmlns:a16="http://schemas.microsoft.com/office/drawing/2014/main" id="{90016821-BC65-4F9C-9DD5-405A039D3315}"/>
              </a:ext>
            </a:extLst>
          </p:cNvPr>
          <p:cNvSpPr>
            <a:spLocks noChangeShapeType="1"/>
          </p:cNvSpPr>
          <p:nvPr/>
        </p:nvSpPr>
        <p:spPr bwMode="auto">
          <a:xfrm flipV="1">
            <a:off x="9409113" y="4508501"/>
            <a:ext cx="0" cy="936625"/>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209930" name="Text Box 10">
            <a:extLst>
              <a:ext uri="{FF2B5EF4-FFF2-40B4-BE49-F238E27FC236}">
                <a16:creationId xmlns:a16="http://schemas.microsoft.com/office/drawing/2014/main" id="{6B4894E2-C2E7-4AA1-9DF7-0D19950DDA6D}"/>
              </a:ext>
            </a:extLst>
          </p:cNvPr>
          <p:cNvSpPr txBox="1">
            <a:spLocks noChangeArrowheads="1"/>
          </p:cNvSpPr>
          <p:nvPr/>
        </p:nvSpPr>
        <p:spPr bwMode="auto">
          <a:xfrm>
            <a:off x="2566988" y="2060576"/>
            <a:ext cx="159370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Первое </a:t>
            </a:r>
          </a:p>
          <a:p>
            <a:r>
              <a:rPr lang="ru-RU" altLang="ru-RU" sz="2800">
                <a:solidFill>
                  <a:schemeClr val="accent4">
                    <a:lumMod val="50000"/>
                  </a:schemeClr>
                </a:solidFill>
              </a:rPr>
              <a:t>действие</a:t>
            </a:r>
          </a:p>
        </p:txBody>
      </p:sp>
      <p:sp>
        <p:nvSpPr>
          <p:cNvPr id="209931" name="Line 11">
            <a:extLst>
              <a:ext uri="{FF2B5EF4-FFF2-40B4-BE49-F238E27FC236}">
                <a16:creationId xmlns:a16="http://schemas.microsoft.com/office/drawing/2014/main" id="{719D54A4-83F5-4179-B043-6369BBE8BBEC}"/>
              </a:ext>
            </a:extLst>
          </p:cNvPr>
          <p:cNvSpPr>
            <a:spLocks noChangeShapeType="1"/>
          </p:cNvSpPr>
          <p:nvPr/>
        </p:nvSpPr>
        <p:spPr bwMode="auto">
          <a:xfrm>
            <a:off x="3359150" y="2997201"/>
            <a:ext cx="0" cy="1223963"/>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209932" name="Text Box 12">
            <a:extLst>
              <a:ext uri="{FF2B5EF4-FFF2-40B4-BE49-F238E27FC236}">
                <a16:creationId xmlns:a16="http://schemas.microsoft.com/office/drawing/2014/main" id="{6C70BA1E-0317-46A4-9FD1-B6EDFAB2921A}"/>
              </a:ext>
            </a:extLst>
          </p:cNvPr>
          <p:cNvSpPr txBox="1">
            <a:spLocks noChangeArrowheads="1"/>
          </p:cNvSpPr>
          <p:nvPr/>
        </p:nvSpPr>
        <p:spPr bwMode="auto">
          <a:xfrm>
            <a:off x="7391401" y="2060576"/>
            <a:ext cx="1938159"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a:solidFill>
                  <a:schemeClr val="accent4">
                    <a:lumMod val="50000"/>
                  </a:schemeClr>
                </a:solidFill>
              </a:rPr>
              <a:t>Последнее </a:t>
            </a:r>
          </a:p>
          <a:p>
            <a:r>
              <a:rPr lang="ru-RU" altLang="ru-RU" sz="2800">
                <a:solidFill>
                  <a:schemeClr val="accent4">
                    <a:lumMod val="50000"/>
                  </a:schemeClr>
                </a:solidFill>
              </a:rPr>
              <a:t>действие</a:t>
            </a:r>
          </a:p>
        </p:txBody>
      </p:sp>
      <p:sp>
        <p:nvSpPr>
          <p:cNvPr id="209933" name="Line 13">
            <a:extLst>
              <a:ext uri="{FF2B5EF4-FFF2-40B4-BE49-F238E27FC236}">
                <a16:creationId xmlns:a16="http://schemas.microsoft.com/office/drawing/2014/main" id="{9A5FAE13-029A-422C-9915-A982BEB14E99}"/>
              </a:ext>
            </a:extLst>
          </p:cNvPr>
          <p:cNvSpPr>
            <a:spLocks noChangeShapeType="1"/>
          </p:cNvSpPr>
          <p:nvPr/>
        </p:nvSpPr>
        <p:spPr bwMode="auto">
          <a:xfrm>
            <a:off x="8183563" y="2997201"/>
            <a:ext cx="0" cy="1223963"/>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2" name="Номер слайда 1">
            <a:extLst>
              <a:ext uri="{FF2B5EF4-FFF2-40B4-BE49-F238E27FC236}">
                <a16:creationId xmlns:a16="http://schemas.microsoft.com/office/drawing/2014/main" id="{81DCF9FF-9177-40F6-8355-B9D307286BEF}"/>
              </a:ext>
            </a:extLst>
          </p:cNvPr>
          <p:cNvSpPr>
            <a:spLocks noGrp="1"/>
          </p:cNvSpPr>
          <p:nvPr>
            <p:ph type="sldNum" sz="quarter" idx="12"/>
          </p:nvPr>
        </p:nvSpPr>
        <p:spPr/>
        <p:txBody>
          <a:bodyPr/>
          <a:lstStyle/>
          <a:p>
            <a:fld id="{25A42088-C730-408A-A823-60BED1AFCEA0}" type="slidenum">
              <a:rPr lang="ru-RU" smtClean="0"/>
              <a:t>7</a:t>
            </a:fld>
            <a:endParaRPr lang="ru-R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C532E0B-2C30-4CC5-B87C-A75BD3059459}"/>
              </a:ext>
            </a:extLst>
          </p:cNvPr>
          <p:cNvSpPr>
            <a:spLocks noGrp="1"/>
          </p:cNvSpPr>
          <p:nvPr>
            <p:ph type="title"/>
          </p:nvPr>
        </p:nvSpPr>
        <p:spPr/>
        <p:txBody>
          <a:bodyPr/>
          <a:lstStyle/>
          <a:p>
            <a:r>
              <a:rPr lang="ru-RU" dirty="0"/>
              <a:t>Пример: Накладная</a:t>
            </a:r>
          </a:p>
        </p:txBody>
      </p:sp>
      <p:sp>
        <p:nvSpPr>
          <p:cNvPr id="4" name="Номер слайда 3">
            <a:extLst>
              <a:ext uri="{FF2B5EF4-FFF2-40B4-BE49-F238E27FC236}">
                <a16:creationId xmlns:a16="http://schemas.microsoft.com/office/drawing/2014/main" id="{DA94FACF-1054-4C34-8112-B7D138652C35}"/>
              </a:ext>
            </a:extLst>
          </p:cNvPr>
          <p:cNvSpPr>
            <a:spLocks noGrp="1"/>
          </p:cNvSpPr>
          <p:nvPr>
            <p:ph type="sldNum" sz="quarter" idx="12"/>
          </p:nvPr>
        </p:nvSpPr>
        <p:spPr/>
        <p:txBody>
          <a:bodyPr/>
          <a:lstStyle/>
          <a:p>
            <a:fld id="{25A42088-C730-408A-A823-60BED1AFCEA0}" type="slidenum">
              <a:rPr lang="ru-RU" smtClean="0"/>
              <a:t>8</a:t>
            </a:fld>
            <a:endParaRPr lang="ru-RU"/>
          </a:p>
        </p:txBody>
      </p:sp>
      <p:pic>
        <p:nvPicPr>
          <p:cNvPr id="20482" name="Picture 2" descr="Диаграмма состояний (Statechart diagram) | Flexberry PLATFORM Documentation">
            <a:extLst>
              <a:ext uri="{FF2B5EF4-FFF2-40B4-BE49-F238E27FC236}">
                <a16:creationId xmlns:a16="http://schemas.microsoft.com/office/drawing/2014/main" id="{5B8EF2EA-1917-4DB6-A28B-6334C53529C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38550" y="1441812"/>
            <a:ext cx="5067300" cy="506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86388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2CB60C-FE22-4417-94B1-DC635F13FF92}"/>
              </a:ext>
            </a:extLst>
          </p:cNvPr>
          <p:cNvSpPr>
            <a:spLocks noGrp="1"/>
          </p:cNvSpPr>
          <p:nvPr>
            <p:ph type="title"/>
          </p:nvPr>
        </p:nvSpPr>
        <p:spPr/>
        <p:txBody>
          <a:bodyPr/>
          <a:lstStyle/>
          <a:p>
            <a:r>
              <a:rPr lang="ru-RU" dirty="0"/>
              <a:t>Пример: Панель с светодиодами</a:t>
            </a:r>
          </a:p>
        </p:txBody>
      </p:sp>
      <p:sp>
        <p:nvSpPr>
          <p:cNvPr id="4" name="Номер слайда 3">
            <a:extLst>
              <a:ext uri="{FF2B5EF4-FFF2-40B4-BE49-F238E27FC236}">
                <a16:creationId xmlns:a16="http://schemas.microsoft.com/office/drawing/2014/main" id="{30123C64-EC56-4DB5-84E1-5E661698A14C}"/>
              </a:ext>
            </a:extLst>
          </p:cNvPr>
          <p:cNvSpPr>
            <a:spLocks noGrp="1"/>
          </p:cNvSpPr>
          <p:nvPr>
            <p:ph type="sldNum" sz="quarter" idx="12"/>
          </p:nvPr>
        </p:nvSpPr>
        <p:spPr/>
        <p:txBody>
          <a:bodyPr/>
          <a:lstStyle/>
          <a:p>
            <a:fld id="{25A42088-C730-408A-A823-60BED1AFCEA0}" type="slidenum">
              <a:rPr lang="ru-RU" smtClean="0"/>
              <a:t>9</a:t>
            </a:fld>
            <a:endParaRPr lang="ru-RU"/>
          </a:p>
        </p:txBody>
      </p:sp>
      <p:pic>
        <p:nvPicPr>
          <p:cNvPr id="25602" name="Picture 2" descr="Диаграмма состояний и переходов">
            <a:extLst>
              <a:ext uri="{FF2B5EF4-FFF2-40B4-BE49-F238E27FC236}">
                <a16:creationId xmlns:a16="http://schemas.microsoft.com/office/drawing/2014/main" id="{FEF12A22-4959-4C76-9A97-029545A1464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45903" y="1506538"/>
            <a:ext cx="7852593" cy="47545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689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a:extLst>
              <a:ext uri="{FF2B5EF4-FFF2-40B4-BE49-F238E27FC236}">
                <a16:creationId xmlns:a16="http://schemas.microsoft.com/office/drawing/2014/main" id="{09DA8512-7873-40B7-8241-A415EEC7C1C5}"/>
              </a:ext>
            </a:extLst>
          </p:cNvPr>
          <p:cNvSpPr>
            <a:spLocks noGrp="1" noChangeArrowheads="1"/>
          </p:cNvSpPr>
          <p:nvPr>
            <p:ph type="title"/>
          </p:nvPr>
        </p:nvSpPr>
        <p:spPr/>
        <p:txBody>
          <a:bodyPr/>
          <a:lstStyle/>
          <a:p>
            <a:r>
              <a:rPr lang="ru-RU" altLang="ru-RU" dirty="0"/>
              <a:t>Группировка: </a:t>
            </a:r>
            <a:r>
              <a:rPr lang="ru-RU" altLang="ru-RU" dirty="0" err="1"/>
              <a:t>Суперсостояния</a:t>
            </a:r>
            <a:endParaRPr lang="ru-RU" altLang="ru-RU" dirty="0"/>
          </a:p>
        </p:txBody>
      </p:sp>
      <p:pic>
        <p:nvPicPr>
          <p:cNvPr id="203781" name="Picture 5">
            <a:extLst>
              <a:ext uri="{FF2B5EF4-FFF2-40B4-BE49-F238E27FC236}">
                <a16:creationId xmlns:a16="http://schemas.microsoft.com/office/drawing/2014/main" id="{5690F0C6-B4E9-4FA9-859B-3471634769D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31950" y="1754189"/>
            <a:ext cx="4464050" cy="39020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3782" name="Picture 6">
            <a:extLst>
              <a:ext uri="{FF2B5EF4-FFF2-40B4-BE49-F238E27FC236}">
                <a16:creationId xmlns:a16="http://schemas.microsoft.com/office/drawing/2014/main" id="{D5CBA23D-BDD5-4422-B817-4DA72547D2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11900" y="1754189"/>
            <a:ext cx="4249738" cy="3906837"/>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4FC024FB-2B25-4684-A322-11419772C345}"/>
              </a:ext>
            </a:extLst>
          </p:cNvPr>
          <p:cNvSpPr>
            <a:spLocks noGrp="1"/>
          </p:cNvSpPr>
          <p:nvPr>
            <p:ph type="sldNum" sz="quarter" idx="12"/>
          </p:nvPr>
        </p:nvSpPr>
        <p:spPr/>
        <p:txBody>
          <a:bodyPr/>
          <a:lstStyle/>
          <a:p>
            <a:fld id="{25A42088-C730-408A-A823-60BED1AFCEA0}" type="slidenum">
              <a:rPr lang="ru-RU" smtClean="0"/>
              <a:t>10</a:t>
            </a:fld>
            <a:endParaRPr lang="ru-RU"/>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6" name="Rectangle 4">
            <a:extLst>
              <a:ext uri="{FF2B5EF4-FFF2-40B4-BE49-F238E27FC236}">
                <a16:creationId xmlns:a16="http://schemas.microsoft.com/office/drawing/2014/main" id="{EDE9AB8D-4254-4536-867E-2B42D2E16BD5}"/>
              </a:ext>
            </a:extLst>
          </p:cNvPr>
          <p:cNvSpPr>
            <a:spLocks noGrp="1" noChangeArrowheads="1"/>
          </p:cNvSpPr>
          <p:nvPr>
            <p:ph type="title"/>
          </p:nvPr>
        </p:nvSpPr>
        <p:spPr/>
        <p:txBody>
          <a:bodyPr>
            <a:normAutofit fontScale="90000"/>
          </a:bodyPr>
          <a:lstStyle/>
          <a:p>
            <a:r>
              <a:rPr lang="ru-RU" altLang="ru-RU" sz="4000" dirty="0"/>
              <a:t>Переопределение переходов </a:t>
            </a:r>
            <a:br>
              <a:rPr lang="ru-RU" altLang="ru-RU" sz="4000" dirty="0"/>
            </a:br>
            <a:r>
              <a:rPr lang="ru-RU" altLang="ru-RU" sz="4000" dirty="0"/>
              <a:t>из </a:t>
            </a:r>
            <a:r>
              <a:rPr lang="ru-RU" altLang="ru-RU" sz="4000" dirty="0" err="1"/>
              <a:t>суперсостояния</a:t>
            </a:r>
            <a:endParaRPr lang="ru-RU" altLang="ru-RU" sz="4000" dirty="0"/>
          </a:p>
        </p:txBody>
      </p:sp>
      <p:pic>
        <p:nvPicPr>
          <p:cNvPr id="207878" name="Picture 6">
            <a:extLst>
              <a:ext uri="{FF2B5EF4-FFF2-40B4-BE49-F238E27FC236}">
                <a16:creationId xmlns:a16="http://schemas.microsoft.com/office/drawing/2014/main" id="{85FBEDEB-BD2B-4C6B-B79A-854D83781F9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a:xfrm>
            <a:off x="6372615" y="1212668"/>
            <a:ext cx="4600185" cy="506349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Объект 1">
            <a:extLst>
              <a:ext uri="{FF2B5EF4-FFF2-40B4-BE49-F238E27FC236}">
                <a16:creationId xmlns:a16="http://schemas.microsoft.com/office/drawing/2014/main" id="{6BD42F38-78DD-4C20-A7DF-7899B7F6A00D}"/>
              </a:ext>
            </a:extLst>
          </p:cNvPr>
          <p:cNvSpPr>
            <a:spLocks noGrp="1"/>
          </p:cNvSpPr>
          <p:nvPr>
            <p:ph sz="half" idx="2"/>
          </p:nvPr>
        </p:nvSpPr>
        <p:spPr>
          <a:xfrm>
            <a:off x="1553353" y="1987731"/>
            <a:ext cx="4447786" cy="4273731"/>
          </a:xfrm>
        </p:spPr>
        <p:txBody>
          <a:bodyPr/>
          <a:lstStyle/>
          <a:p>
            <a:r>
              <a:rPr lang="ru-RU" dirty="0"/>
              <a:t>По умолчанию для всех действий внутри </a:t>
            </a:r>
            <a:r>
              <a:rPr lang="ru-RU" dirty="0" err="1"/>
              <a:t>суперсостояния</a:t>
            </a:r>
            <a:r>
              <a:rPr lang="ru-RU" dirty="0"/>
              <a:t> применяются стрелки, идущие из него. Но если дополнительно добавить стрелку какого-либо типа конкретному состоянию, она будет иметь приоритет выше для данного состояния, чем стрелка </a:t>
            </a:r>
            <a:r>
              <a:rPr lang="ru-RU" dirty="0" err="1"/>
              <a:t>суперсостояния</a:t>
            </a:r>
            <a:r>
              <a:rPr lang="ru-RU" dirty="0"/>
              <a:t>.</a:t>
            </a:r>
          </a:p>
        </p:txBody>
      </p:sp>
      <p:sp>
        <p:nvSpPr>
          <p:cNvPr id="3" name="Номер слайда 2">
            <a:extLst>
              <a:ext uri="{FF2B5EF4-FFF2-40B4-BE49-F238E27FC236}">
                <a16:creationId xmlns:a16="http://schemas.microsoft.com/office/drawing/2014/main" id="{B192FB03-6C38-451D-B59F-83F09BB1CA65}"/>
              </a:ext>
            </a:extLst>
          </p:cNvPr>
          <p:cNvSpPr>
            <a:spLocks noGrp="1"/>
          </p:cNvSpPr>
          <p:nvPr>
            <p:ph type="sldNum" sz="quarter" idx="12"/>
          </p:nvPr>
        </p:nvSpPr>
        <p:spPr/>
        <p:txBody>
          <a:bodyPr/>
          <a:lstStyle/>
          <a:p>
            <a:fld id="{25A42088-C730-408A-A823-60BED1AFCEA0}" type="slidenum">
              <a:rPr lang="ru-RU" smtClean="0"/>
              <a:t>11</a:t>
            </a:fld>
            <a:endParaRPr lang="ru-RU"/>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a:extLst>
              <a:ext uri="{FF2B5EF4-FFF2-40B4-BE49-F238E27FC236}">
                <a16:creationId xmlns:a16="http://schemas.microsoft.com/office/drawing/2014/main" id="{11BD1B3F-9D44-4AE8-9614-0DD3C0D0F34A}"/>
              </a:ext>
            </a:extLst>
          </p:cNvPr>
          <p:cNvSpPr>
            <a:spLocks noGrp="1" noChangeArrowheads="1"/>
          </p:cNvSpPr>
          <p:nvPr>
            <p:ph type="title"/>
          </p:nvPr>
        </p:nvSpPr>
        <p:spPr/>
        <p:txBody>
          <a:bodyPr/>
          <a:lstStyle/>
          <a:p>
            <a:r>
              <a:rPr lang="ru-RU" altLang="ru-RU" sz="4000"/>
              <a:t>Иерархические вызовы действий</a:t>
            </a:r>
          </a:p>
        </p:txBody>
      </p:sp>
      <p:pic>
        <p:nvPicPr>
          <p:cNvPr id="210949" name="Picture 5">
            <a:extLst>
              <a:ext uri="{FF2B5EF4-FFF2-40B4-BE49-F238E27FC236}">
                <a16:creationId xmlns:a16="http://schemas.microsoft.com/office/drawing/2014/main" id="{522BC9FE-E98A-4632-9257-A6383165BB6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68463" y="1706564"/>
            <a:ext cx="8820150" cy="43148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10950" name="Text Box 6">
            <a:extLst>
              <a:ext uri="{FF2B5EF4-FFF2-40B4-BE49-F238E27FC236}">
                <a16:creationId xmlns:a16="http://schemas.microsoft.com/office/drawing/2014/main" id="{EB616457-E057-4D78-8544-BBC970C45BA0}"/>
              </a:ext>
            </a:extLst>
          </p:cNvPr>
          <p:cNvSpPr txBox="1">
            <a:spLocks noChangeArrowheads="1"/>
          </p:cNvSpPr>
          <p:nvPr/>
        </p:nvSpPr>
        <p:spPr bwMode="auto">
          <a:xfrm>
            <a:off x="1955801" y="4586288"/>
            <a:ext cx="22615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dirty="0">
                <a:solidFill>
                  <a:schemeClr val="accent4">
                    <a:lumMod val="50000"/>
                  </a:schemeClr>
                </a:solidFill>
              </a:rPr>
              <a:t>1. </a:t>
            </a:r>
            <a:r>
              <a:rPr lang="en-US" altLang="ru-RU" sz="2800" dirty="0" err="1">
                <a:solidFill>
                  <a:schemeClr val="accent4">
                    <a:lumMod val="50000"/>
                  </a:schemeClr>
                </a:solidFill>
              </a:rPr>
              <a:t>enterSuper</a:t>
            </a:r>
            <a:endParaRPr lang="ru-RU" altLang="ru-RU" sz="2800" dirty="0">
              <a:solidFill>
                <a:schemeClr val="accent4">
                  <a:lumMod val="50000"/>
                </a:schemeClr>
              </a:solidFill>
            </a:endParaRPr>
          </a:p>
        </p:txBody>
      </p:sp>
      <p:sp>
        <p:nvSpPr>
          <p:cNvPr id="210951" name="Line 7">
            <a:extLst>
              <a:ext uri="{FF2B5EF4-FFF2-40B4-BE49-F238E27FC236}">
                <a16:creationId xmlns:a16="http://schemas.microsoft.com/office/drawing/2014/main" id="{9C65BD25-DC39-4C0F-AC35-DE5A633DD1A3}"/>
              </a:ext>
            </a:extLst>
          </p:cNvPr>
          <p:cNvSpPr>
            <a:spLocks noChangeShapeType="1"/>
          </p:cNvSpPr>
          <p:nvPr/>
        </p:nvSpPr>
        <p:spPr bwMode="auto">
          <a:xfrm>
            <a:off x="3540125" y="4154488"/>
            <a:ext cx="1512888"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210952" name="Text Box 8">
            <a:extLst>
              <a:ext uri="{FF2B5EF4-FFF2-40B4-BE49-F238E27FC236}">
                <a16:creationId xmlns:a16="http://schemas.microsoft.com/office/drawing/2014/main" id="{53777740-F269-4306-BD9D-6D8F1E8025C8}"/>
              </a:ext>
            </a:extLst>
          </p:cNvPr>
          <p:cNvSpPr txBox="1">
            <a:spLocks noChangeArrowheads="1"/>
          </p:cNvSpPr>
          <p:nvPr/>
        </p:nvSpPr>
        <p:spPr bwMode="auto">
          <a:xfrm>
            <a:off x="1955801" y="5018088"/>
            <a:ext cx="195784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dirty="0">
                <a:solidFill>
                  <a:schemeClr val="accent4">
                    <a:lumMod val="50000"/>
                  </a:schemeClr>
                </a:solidFill>
              </a:rPr>
              <a:t>2. </a:t>
            </a:r>
            <a:r>
              <a:rPr lang="en-US" altLang="ru-RU" sz="2800" dirty="0" err="1">
                <a:solidFill>
                  <a:schemeClr val="accent4">
                    <a:lumMod val="50000"/>
                  </a:schemeClr>
                </a:solidFill>
              </a:rPr>
              <a:t>enterSub</a:t>
            </a:r>
            <a:endParaRPr lang="ru-RU" altLang="ru-RU" sz="2800" dirty="0">
              <a:solidFill>
                <a:schemeClr val="accent4">
                  <a:lumMod val="50000"/>
                </a:schemeClr>
              </a:solidFill>
            </a:endParaRPr>
          </a:p>
        </p:txBody>
      </p:sp>
      <p:sp>
        <p:nvSpPr>
          <p:cNvPr id="210954" name="Text Box 10">
            <a:extLst>
              <a:ext uri="{FF2B5EF4-FFF2-40B4-BE49-F238E27FC236}">
                <a16:creationId xmlns:a16="http://schemas.microsoft.com/office/drawing/2014/main" id="{73F59204-85D3-4848-A91B-D2BE82F091B6}"/>
              </a:ext>
            </a:extLst>
          </p:cNvPr>
          <p:cNvSpPr txBox="1">
            <a:spLocks noChangeArrowheads="1"/>
          </p:cNvSpPr>
          <p:nvPr/>
        </p:nvSpPr>
        <p:spPr bwMode="auto">
          <a:xfrm>
            <a:off x="2833689" y="1906588"/>
            <a:ext cx="190173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dirty="0">
                <a:solidFill>
                  <a:schemeClr val="accent4">
                    <a:lumMod val="50000"/>
                  </a:schemeClr>
                </a:solidFill>
              </a:rPr>
              <a:t>5. </a:t>
            </a:r>
            <a:r>
              <a:rPr lang="en-US" altLang="ru-RU" sz="2800" dirty="0">
                <a:solidFill>
                  <a:schemeClr val="accent4">
                    <a:lumMod val="50000"/>
                  </a:schemeClr>
                </a:solidFill>
              </a:rPr>
              <a:t>exitSub2</a:t>
            </a:r>
            <a:endParaRPr lang="ru-RU" altLang="ru-RU" sz="2800" dirty="0">
              <a:solidFill>
                <a:schemeClr val="accent4">
                  <a:lumMod val="50000"/>
                </a:schemeClr>
              </a:solidFill>
            </a:endParaRPr>
          </a:p>
        </p:txBody>
      </p:sp>
      <p:sp>
        <p:nvSpPr>
          <p:cNvPr id="210955" name="Line 11">
            <a:extLst>
              <a:ext uri="{FF2B5EF4-FFF2-40B4-BE49-F238E27FC236}">
                <a16:creationId xmlns:a16="http://schemas.microsoft.com/office/drawing/2014/main" id="{9B9BC76D-20E4-44AB-8464-8CF409F110F2}"/>
              </a:ext>
            </a:extLst>
          </p:cNvPr>
          <p:cNvSpPr>
            <a:spLocks noChangeShapeType="1"/>
          </p:cNvSpPr>
          <p:nvPr/>
        </p:nvSpPr>
        <p:spPr bwMode="auto">
          <a:xfrm flipH="1" flipV="1">
            <a:off x="2676526" y="3001963"/>
            <a:ext cx="5472113"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210956" name="Text Box 12">
            <a:extLst>
              <a:ext uri="{FF2B5EF4-FFF2-40B4-BE49-F238E27FC236}">
                <a16:creationId xmlns:a16="http://schemas.microsoft.com/office/drawing/2014/main" id="{62B65CB5-3836-4ACA-AEEB-FFA596EAF52A}"/>
              </a:ext>
            </a:extLst>
          </p:cNvPr>
          <p:cNvSpPr txBox="1">
            <a:spLocks noChangeArrowheads="1"/>
          </p:cNvSpPr>
          <p:nvPr/>
        </p:nvSpPr>
        <p:spPr bwMode="auto">
          <a:xfrm>
            <a:off x="2819401" y="2281238"/>
            <a:ext cx="1997919"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dirty="0">
                <a:solidFill>
                  <a:schemeClr val="accent4">
                    <a:lumMod val="50000"/>
                  </a:schemeClr>
                </a:solidFill>
              </a:rPr>
              <a:t>6. </a:t>
            </a:r>
            <a:r>
              <a:rPr lang="en-US" altLang="ru-RU" sz="2800" dirty="0" err="1">
                <a:solidFill>
                  <a:schemeClr val="accent4">
                    <a:lumMod val="50000"/>
                  </a:schemeClr>
                </a:solidFill>
              </a:rPr>
              <a:t>exitSuper</a:t>
            </a:r>
            <a:endParaRPr lang="ru-RU" altLang="ru-RU" sz="2800" dirty="0">
              <a:solidFill>
                <a:schemeClr val="accent4">
                  <a:lumMod val="50000"/>
                </a:schemeClr>
              </a:solidFill>
            </a:endParaRPr>
          </a:p>
        </p:txBody>
      </p:sp>
      <p:sp>
        <p:nvSpPr>
          <p:cNvPr id="210957" name="Text Box 13">
            <a:extLst>
              <a:ext uri="{FF2B5EF4-FFF2-40B4-BE49-F238E27FC236}">
                <a16:creationId xmlns:a16="http://schemas.microsoft.com/office/drawing/2014/main" id="{492FCA3E-963E-4743-BD35-8B99B670EFF6}"/>
              </a:ext>
            </a:extLst>
          </p:cNvPr>
          <p:cNvSpPr txBox="1">
            <a:spLocks noChangeArrowheads="1"/>
          </p:cNvSpPr>
          <p:nvPr/>
        </p:nvSpPr>
        <p:spPr bwMode="auto">
          <a:xfrm>
            <a:off x="7285038" y="4999038"/>
            <a:ext cx="16917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dirty="0">
                <a:solidFill>
                  <a:schemeClr val="accent4">
                    <a:lumMod val="50000"/>
                  </a:schemeClr>
                </a:solidFill>
              </a:rPr>
              <a:t>3. </a:t>
            </a:r>
            <a:r>
              <a:rPr lang="en-US" altLang="ru-RU" sz="2800" dirty="0" err="1">
                <a:solidFill>
                  <a:schemeClr val="accent4">
                    <a:lumMod val="50000"/>
                  </a:schemeClr>
                </a:solidFill>
              </a:rPr>
              <a:t>exitSub</a:t>
            </a:r>
            <a:endParaRPr lang="ru-RU" altLang="ru-RU" sz="2800" dirty="0">
              <a:solidFill>
                <a:schemeClr val="accent4">
                  <a:lumMod val="50000"/>
                </a:schemeClr>
              </a:solidFill>
            </a:endParaRPr>
          </a:p>
        </p:txBody>
      </p:sp>
      <p:sp>
        <p:nvSpPr>
          <p:cNvPr id="210958" name="Line 14">
            <a:extLst>
              <a:ext uri="{FF2B5EF4-FFF2-40B4-BE49-F238E27FC236}">
                <a16:creationId xmlns:a16="http://schemas.microsoft.com/office/drawing/2014/main" id="{6F5B1219-C5BD-4140-8676-DD70AB9E7FB9}"/>
              </a:ext>
            </a:extLst>
          </p:cNvPr>
          <p:cNvSpPr>
            <a:spLocks noChangeShapeType="1"/>
          </p:cNvSpPr>
          <p:nvPr/>
        </p:nvSpPr>
        <p:spPr bwMode="auto">
          <a:xfrm>
            <a:off x="6996114" y="4441825"/>
            <a:ext cx="720725" cy="0"/>
          </a:xfrm>
          <a:prstGeom prst="line">
            <a:avLst/>
          </a:prstGeom>
          <a:ln>
            <a:headEnd/>
            <a:tailEnd type="triangle" w="med" len="med"/>
          </a:ln>
        </p:spPr>
        <p:style>
          <a:lnRef idx="2">
            <a:schemeClr val="accent1"/>
          </a:lnRef>
          <a:fillRef idx="0">
            <a:schemeClr val="accent1"/>
          </a:fillRef>
          <a:effectRef idx="1">
            <a:schemeClr val="accent1"/>
          </a:effectRef>
          <a:fontRef idx="minor">
            <a:schemeClr val="tx1"/>
          </a:fontRef>
        </p:style>
        <p:txBody>
          <a:bodyPr/>
          <a:lstStyle/>
          <a:p>
            <a:endParaRPr lang="ru-RU">
              <a:solidFill>
                <a:schemeClr val="accent4">
                  <a:lumMod val="50000"/>
                </a:schemeClr>
              </a:solidFill>
            </a:endParaRPr>
          </a:p>
        </p:txBody>
      </p:sp>
      <p:sp>
        <p:nvSpPr>
          <p:cNvPr id="210959" name="Text Box 15">
            <a:extLst>
              <a:ext uri="{FF2B5EF4-FFF2-40B4-BE49-F238E27FC236}">
                <a16:creationId xmlns:a16="http://schemas.microsoft.com/office/drawing/2014/main" id="{8CC59F5D-0EB2-43EF-A0E0-9BA04F5A0372}"/>
              </a:ext>
            </a:extLst>
          </p:cNvPr>
          <p:cNvSpPr txBox="1">
            <a:spLocks noChangeArrowheads="1"/>
          </p:cNvSpPr>
          <p:nvPr/>
        </p:nvSpPr>
        <p:spPr bwMode="auto">
          <a:xfrm>
            <a:off x="7285038" y="5430838"/>
            <a:ext cx="2167838"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ru-RU" altLang="ru-RU" sz="2800" dirty="0">
                <a:solidFill>
                  <a:schemeClr val="accent4">
                    <a:lumMod val="50000"/>
                  </a:schemeClr>
                </a:solidFill>
              </a:rPr>
              <a:t>4. </a:t>
            </a:r>
            <a:r>
              <a:rPr lang="en-US" altLang="ru-RU" sz="2800" dirty="0">
                <a:solidFill>
                  <a:schemeClr val="accent4">
                    <a:lumMod val="50000"/>
                  </a:schemeClr>
                </a:solidFill>
              </a:rPr>
              <a:t>enterSub2</a:t>
            </a:r>
            <a:endParaRPr lang="ru-RU" altLang="ru-RU" sz="2800" dirty="0">
              <a:solidFill>
                <a:schemeClr val="accent4">
                  <a:lumMod val="50000"/>
                </a:schemeClr>
              </a:solidFill>
            </a:endParaRPr>
          </a:p>
        </p:txBody>
      </p:sp>
      <p:sp>
        <p:nvSpPr>
          <p:cNvPr id="2" name="Номер слайда 1">
            <a:extLst>
              <a:ext uri="{FF2B5EF4-FFF2-40B4-BE49-F238E27FC236}">
                <a16:creationId xmlns:a16="http://schemas.microsoft.com/office/drawing/2014/main" id="{CC191FCE-8618-4D10-8653-92CE34BFA45F}"/>
              </a:ext>
            </a:extLst>
          </p:cNvPr>
          <p:cNvSpPr>
            <a:spLocks noGrp="1"/>
          </p:cNvSpPr>
          <p:nvPr>
            <p:ph type="sldNum" sz="quarter" idx="12"/>
          </p:nvPr>
        </p:nvSpPr>
        <p:spPr/>
        <p:txBody>
          <a:bodyPr/>
          <a:lstStyle/>
          <a:p>
            <a:fld id="{25A42088-C730-408A-A823-60BED1AFCEA0}" type="slidenum">
              <a:rPr lang="ru-RU" smtClean="0"/>
              <a:t>12</a:t>
            </a:fld>
            <a:endParaRPr lang="ru-RU"/>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Rectangle 2">
            <a:extLst>
              <a:ext uri="{FF2B5EF4-FFF2-40B4-BE49-F238E27FC236}">
                <a16:creationId xmlns:a16="http://schemas.microsoft.com/office/drawing/2014/main" id="{38EEBBDE-966B-42CA-A869-F1CD1D337656}"/>
              </a:ext>
            </a:extLst>
          </p:cNvPr>
          <p:cNvSpPr>
            <a:spLocks noGrp="1" noChangeArrowheads="1"/>
          </p:cNvSpPr>
          <p:nvPr>
            <p:ph type="title"/>
          </p:nvPr>
        </p:nvSpPr>
        <p:spPr>
          <a:xfrm>
            <a:off x="1371600" y="596538"/>
            <a:ext cx="9601200" cy="733697"/>
          </a:xfrm>
        </p:spPr>
        <p:txBody>
          <a:bodyPr/>
          <a:lstStyle/>
          <a:p>
            <a:r>
              <a:rPr lang="ru-RU" altLang="ru-RU"/>
              <a:t>Параллельные подсостояния</a:t>
            </a:r>
          </a:p>
        </p:txBody>
      </p:sp>
      <p:sp>
        <p:nvSpPr>
          <p:cNvPr id="223235" name="Rectangle 3">
            <a:extLst>
              <a:ext uri="{FF2B5EF4-FFF2-40B4-BE49-F238E27FC236}">
                <a16:creationId xmlns:a16="http://schemas.microsoft.com/office/drawing/2014/main" id="{65C03D83-19D7-47CD-AEE6-A0AE23EE55DB}"/>
              </a:ext>
            </a:extLst>
          </p:cNvPr>
          <p:cNvSpPr>
            <a:spLocks noGrp="1" noChangeArrowheads="1"/>
          </p:cNvSpPr>
          <p:nvPr>
            <p:ph idx="1"/>
          </p:nvPr>
        </p:nvSpPr>
        <p:spPr>
          <a:xfrm>
            <a:off x="1371600" y="1506583"/>
            <a:ext cx="9601200" cy="4754879"/>
          </a:xfrm>
        </p:spPr>
        <p:txBody>
          <a:bodyPr/>
          <a:lstStyle/>
          <a:p>
            <a:r>
              <a:rPr lang="ru-RU" altLang="ru-RU" b="1" dirty="0"/>
              <a:t>Параллельные </a:t>
            </a:r>
            <a:r>
              <a:rPr lang="ru-RU" altLang="ru-RU" b="1" dirty="0" err="1"/>
              <a:t>подсостояния</a:t>
            </a:r>
            <a:r>
              <a:rPr lang="ru-RU" altLang="ru-RU" b="1" dirty="0"/>
              <a:t> </a:t>
            </a:r>
            <a:r>
              <a:rPr lang="ru-RU" altLang="ru-RU" dirty="0"/>
              <a:t>(</a:t>
            </a:r>
            <a:r>
              <a:rPr lang="ru-RU" altLang="ru-RU" dirty="0" err="1"/>
              <a:t>concurrent</a:t>
            </a:r>
            <a:r>
              <a:rPr lang="ru-RU" altLang="ru-RU" dirty="0"/>
              <a:t> </a:t>
            </a:r>
            <a:r>
              <a:rPr lang="ru-RU" altLang="ru-RU" dirty="0" err="1"/>
              <a:t>substates</a:t>
            </a:r>
            <a:r>
              <a:rPr lang="ru-RU" altLang="ru-RU" dirty="0"/>
              <a:t>) позволяют специфицировать два и более подавтомата, которые могут выполняться параллельно внутри составного события. </a:t>
            </a:r>
          </a:p>
          <a:p>
            <a:r>
              <a:rPr lang="ru-RU" altLang="ru-RU" dirty="0"/>
              <a:t>Каждый из подавтоматов занимает некоторую область (регион) внутри составного состояния, которая отделяется от остальных горизонтальной пунктирной линией.</a:t>
            </a:r>
          </a:p>
          <a:p>
            <a:r>
              <a:rPr lang="ru-RU" altLang="ru-RU" dirty="0"/>
              <a:t>Если на диаграмме состояний имеется составное состояние с вложенными параллельными </a:t>
            </a:r>
            <a:r>
              <a:rPr lang="ru-RU" altLang="ru-RU" dirty="0" err="1"/>
              <a:t>подсостояниями</a:t>
            </a:r>
            <a:r>
              <a:rPr lang="ru-RU" altLang="ru-RU" dirty="0"/>
              <a:t>, то объект может одновременно находиться в каждом из этих </a:t>
            </a:r>
            <a:r>
              <a:rPr lang="ru-RU" altLang="ru-RU" dirty="0" err="1"/>
              <a:t>подсостояний</a:t>
            </a:r>
            <a:r>
              <a:rPr lang="ru-RU" altLang="ru-RU" dirty="0"/>
              <a:t>. </a:t>
            </a:r>
          </a:p>
        </p:txBody>
      </p:sp>
      <p:sp>
        <p:nvSpPr>
          <p:cNvPr id="4" name="Номер слайда 3">
            <a:extLst>
              <a:ext uri="{FF2B5EF4-FFF2-40B4-BE49-F238E27FC236}">
                <a16:creationId xmlns:a16="http://schemas.microsoft.com/office/drawing/2014/main" id="{38992F24-42F0-4290-991A-9BB6C594841B}"/>
              </a:ext>
            </a:extLst>
          </p:cNvPr>
          <p:cNvSpPr>
            <a:spLocks noGrp="1"/>
          </p:cNvSpPr>
          <p:nvPr>
            <p:ph type="sldNum" sz="quarter" idx="12"/>
          </p:nvPr>
        </p:nvSpPr>
        <p:spPr/>
        <p:txBody>
          <a:bodyPr/>
          <a:lstStyle/>
          <a:p>
            <a:fld id="{25A42088-C730-408A-A823-60BED1AFCEA0}" type="slidenum">
              <a:rPr lang="ru-RU" smtClean="0"/>
              <a:t>13</a:t>
            </a:fld>
            <a:endParaRPr lang="ru-RU"/>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0" name="Rectangle 4">
            <a:extLst>
              <a:ext uri="{FF2B5EF4-FFF2-40B4-BE49-F238E27FC236}">
                <a16:creationId xmlns:a16="http://schemas.microsoft.com/office/drawing/2014/main" id="{076D20D1-8337-4E79-B446-EAE400A2F095}"/>
              </a:ext>
            </a:extLst>
          </p:cNvPr>
          <p:cNvSpPr>
            <a:spLocks noGrp="1" noChangeArrowheads="1"/>
          </p:cNvSpPr>
          <p:nvPr>
            <p:ph type="title"/>
          </p:nvPr>
        </p:nvSpPr>
        <p:spPr/>
        <p:txBody>
          <a:bodyPr/>
          <a:lstStyle/>
          <a:p>
            <a:r>
              <a:rPr lang="ru-RU" altLang="ru-RU"/>
              <a:t>Параллельные подсостояния</a:t>
            </a:r>
          </a:p>
        </p:txBody>
      </p:sp>
      <p:pic>
        <p:nvPicPr>
          <p:cNvPr id="224262" name="Picture 6">
            <a:extLst>
              <a:ext uri="{FF2B5EF4-FFF2-40B4-BE49-F238E27FC236}">
                <a16:creationId xmlns:a16="http://schemas.microsoft.com/office/drawing/2014/main" id="{D6A33634-BF59-4F68-914D-E6D4CF490D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95438" y="1557339"/>
            <a:ext cx="8964612" cy="4124325"/>
          </a:xfrm>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AF233CF0-31CE-4D6E-9E3B-04966885EBC6}"/>
              </a:ext>
            </a:extLst>
          </p:cNvPr>
          <p:cNvSpPr>
            <a:spLocks noGrp="1"/>
          </p:cNvSpPr>
          <p:nvPr>
            <p:ph type="sldNum" sz="quarter" idx="12"/>
          </p:nvPr>
        </p:nvSpPr>
        <p:spPr/>
        <p:txBody>
          <a:bodyPr/>
          <a:lstStyle/>
          <a:p>
            <a:fld id="{25A42088-C730-408A-A823-60BED1AFCEA0}" type="slidenum">
              <a:rPr lang="ru-RU" smtClean="0"/>
              <a:t>14</a:t>
            </a:fld>
            <a:endParaRPr lang="ru-RU"/>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80" name="Rectangle 4">
            <a:extLst>
              <a:ext uri="{FF2B5EF4-FFF2-40B4-BE49-F238E27FC236}">
                <a16:creationId xmlns:a16="http://schemas.microsoft.com/office/drawing/2014/main" id="{1404653A-E5C5-48E6-9DA8-8ACFDADA9E5D}"/>
              </a:ext>
            </a:extLst>
          </p:cNvPr>
          <p:cNvSpPr>
            <a:spLocks noGrp="1" noChangeArrowheads="1"/>
          </p:cNvSpPr>
          <p:nvPr>
            <p:ph type="title"/>
          </p:nvPr>
        </p:nvSpPr>
        <p:spPr/>
        <p:txBody>
          <a:bodyPr/>
          <a:lstStyle/>
          <a:p>
            <a:r>
              <a:rPr lang="ru-RU" altLang="ru-RU" dirty="0"/>
              <a:t>Пример: Обслуживание механизма</a:t>
            </a:r>
          </a:p>
        </p:txBody>
      </p:sp>
      <p:pic>
        <p:nvPicPr>
          <p:cNvPr id="229383" name="Picture 7">
            <a:extLst>
              <a:ext uri="{FF2B5EF4-FFF2-40B4-BE49-F238E27FC236}">
                <a16:creationId xmlns:a16="http://schemas.microsoft.com/office/drawing/2014/main" id="{BD47ED9E-A2BA-4E89-ABD8-3B00A0E1F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3751" y="1700213"/>
            <a:ext cx="7345363" cy="4856162"/>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1B9521FB-A041-41B7-ADB2-E4763AFBF87C}"/>
              </a:ext>
            </a:extLst>
          </p:cNvPr>
          <p:cNvSpPr>
            <a:spLocks noGrp="1"/>
          </p:cNvSpPr>
          <p:nvPr>
            <p:ph type="sldNum" sz="quarter" idx="12"/>
          </p:nvPr>
        </p:nvSpPr>
        <p:spPr/>
        <p:txBody>
          <a:bodyPr/>
          <a:lstStyle/>
          <a:p>
            <a:fld id="{25A42088-C730-408A-A823-60BED1AFCEA0}" type="slidenum">
              <a:rPr lang="ru-RU" smtClean="0"/>
              <a:t>15</a:t>
            </a:fld>
            <a:endParaRPr lang="ru-RU"/>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Rectangle 2">
            <a:extLst>
              <a:ext uri="{FF2B5EF4-FFF2-40B4-BE49-F238E27FC236}">
                <a16:creationId xmlns:a16="http://schemas.microsoft.com/office/drawing/2014/main" id="{2BDBC37D-CC72-4126-A377-C9F78D0BF519}"/>
              </a:ext>
            </a:extLst>
          </p:cNvPr>
          <p:cNvSpPr>
            <a:spLocks noGrp="1" noChangeArrowheads="1"/>
          </p:cNvSpPr>
          <p:nvPr>
            <p:ph type="title"/>
          </p:nvPr>
        </p:nvSpPr>
        <p:spPr/>
        <p:txBody>
          <a:bodyPr>
            <a:normAutofit/>
          </a:bodyPr>
          <a:lstStyle/>
          <a:p>
            <a:r>
              <a:rPr lang="ru-RU" altLang="ru-RU" sz="4000" dirty="0"/>
              <a:t>Пример: Турникет в метро</a:t>
            </a:r>
          </a:p>
        </p:txBody>
      </p:sp>
      <p:pic>
        <p:nvPicPr>
          <p:cNvPr id="214021" name="Picture 5">
            <a:extLst>
              <a:ext uri="{FF2B5EF4-FFF2-40B4-BE49-F238E27FC236}">
                <a16:creationId xmlns:a16="http://schemas.microsoft.com/office/drawing/2014/main" id="{59B4F42E-409E-4703-A5DB-495E1259EDE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03388" y="1484313"/>
            <a:ext cx="8820150" cy="2506662"/>
          </a:xfrm>
          <a:noFill/>
          <a:ln/>
        </p:spPr>
      </p:pic>
      <p:pic>
        <p:nvPicPr>
          <p:cNvPr id="214022" name="Picture 6">
            <a:extLst>
              <a:ext uri="{FF2B5EF4-FFF2-40B4-BE49-F238E27FC236}">
                <a16:creationId xmlns:a16="http://schemas.microsoft.com/office/drawing/2014/main" id="{AFCB10B1-1097-4AD2-A78B-25E17941A2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1951" y="4164013"/>
            <a:ext cx="8785225" cy="2578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Номер слайда 1">
            <a:extLst>
              <a:ext uri="{FF2B5EF4-FFF2-40B4-BE49-F238E27FC236}">
                <a16:creationId xmlns:a16="http://schemas.microsoft.com/office/drawing/2014/main" id="{F8E0E53A-0048-40C2-8E2F-1D0216E27E54}"/>
              </a:ext>
            </a:extLst>
          </p:cNvPr>
          <p:cNvSpPr>
            <a:spLocks noGrp="1"/>
          </p:cNvSpPr>
          <p:nvPr>
            <p:ph type="sldNum" sz="quarter" idx="12"/>
          </p:nvPr>
        </p:nvSpPr>
        <p:spPr/>
        <p:txBody>
          <a:bodyPr/>
          <a:lstStyle/>
          <a:p>
            <a:fld id="{25A42088-C730-408A-A823-60BED1AFCEA0}" type="slidenum">
              <a:rPr lang="ru-RU" smtClean="0"/>
              <a:t>16</a:t>
            </a:fld>
            <a:endParaRPr lang="ru-RU"/>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8" name="Rectangle 4">
            <a:extLst>
              <a:ext uri="{FF2B5EF4-FFF2-40B4-BE49-F238E27FC236}">
                <a16:creationId xmlns:a16="http://schemas.microsoft.com/office/drawing/2014/main" id="{40CD0C39-87E6-4D40-B3D4-50BCC75A211E}"/>
              </a:ext>
            </a:extLst>
          </p:cNvPr>
          <p:cNvSpPr>
            <a:spLocks noGrp="1" noChangeArrowheads="1"/>
          </p:cNvSpPr>
          <p:nvPr>
            <p:ph type="title"/>
          </p:nvPr>
        </p:nvSpPr>
        <p:spPr/>
        <p:txBody>
          <a:bodyPr/>
          <a:lstStyle/>
          <a:p>
            <a:r>
              <a:rPr lang="ru-RU" altLang="ru-RU" dirty="0"/>
              <a:t>Пример: Телефонный аппарат</a:t>
            </a:r>
          </a:p>
        </p:txBody>
      </p:sp>
      <p:pic>
        <p:nvPicPr>
          <p:cNvPr id="226311" name="Picture 7">
            <a:extLst>
              <a:ext uri="{FF2B5EF4-FFF2-40B4-BE49-F238E27FC236}">
                <a16:creationId xmlns:a16="http://schemas.microsoft.com/office/drawing/2014/main" id="{4844722F-7104-4948-A024-958E93D1D7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4826" y="1412875"/>
            <a:ext cx="7921625" cy="5468938"/>
          </a:xfrm>
          <a:prstGeom prst="rect">
            <a:avLst/>
          </a:prstGeom>
          <a:noFill/>
          <a:extLst>
            <a:ext uri="{909E8E84-426E-40DD-AFC4-6F175D3DCCD1}">
              <a14:hiddenFill xmlns:a14="http://schemas.microsoft.com/office/drawing/2010/main">
                <a:solidFill>
                  <a:srgbClr val="FFFFFF"/>
                </a:solidFill>
              </a14:hiddenFill>
            </a:ext>
          </a:extLst>
        </p:spPr>
      </p:pic>
      <p:sp>
        <p:nvSpPr>
          <p:cNvPr id="2" name="Номер слайда 1">
            <a:extLst>
              <a:ext uri="{FF2B5EF4-FFF2-40B4-BE49-F238E27FC236}">
                <a16:creationId xmlns:a16="http://schemas.microsoft.com/office/drawing/2014/main" id="{34D90B00-A0F6-41DA-83CF-F9D662771CDE}"/>
              </a:ext>
            </a:extLst>
          </p:cNvPr>
          <p:cNvSpPr>
            <a:spLocks noGrp="1"/>
          </p:cNvSpPr>
          <p:nvPr>
            <p:ph type="sldNum" sz="quarter" idx="12"/>
          </p:nvPr>
        </p:nvSpPr>
        <p:spPr/>
        <p:txBody>
          <a:bodyPr/>
          <a:lstStyle/>
          <a:p>
            <a:fld id="{25A42088-C730-408A-A823-60BED1AFCEA0}" type="slidenum">
              <a:rPr lang="ru-RU" smtClean="0"/>
              <a:t>17</a:t>
            </a:fld>
            <a:endParaRPr lang="ru-RU"/>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59282F9-4D3C-BC75-AAA6-3F765CAB3012}"/>
              </a:ext>
            </a:extLst>
          </p:cNvPr>
          <p:cNvSpPr>
            <a:spLocks noGrp="1"/>
          </p:cNvSpPr>
          <p:nvPr>
            <p:ph type="title"/>
          </p:nvPr>
        </p:nvSpPr>
        <p:spPr/>
        <p:txBody>
          <a:bodyPr/>
          <a:lstStyle/>
          <a:p>
            <a:r>
              <a:rPr lang="ru-RU" dirty="0"/>
              <a:t>Практическое задание</a:t>
            </a:r>
          </a:p>
        </p:txBody>
      </p:sp>
      <p:sp>
        <p:nvSpPr>
          <p:cNvPr id="3" name="Объект 2">
            <a:extLst>
              <a:ext uri="{FF2B5EF4-FFF2-40B4-BE49-F238E27FC236}">
                <a16:creationId xmlns:a16="http://schemas.microsoft.com/office/drawing/2014/main" id="{FEFC71DD-32F2-11BD-C730-C9C91CC71465}"/>
              </a:ext>
            </a:extLst>
          </p:cNvPr>
          <p:cNvSpPr>
            <a:spLocks noGrp="1"/>
          </p:cNvSpPr>
          <p:nvPr>
            <p:ph idx="1"/>
          </p:nvPr>
        </p:nvSpPr>
        <p:spPr/>
        <p:txBody>
          <a:bodyPr>
            <a:normAutofit/>
          </a:bodyPr>
          <a:lstStyle/>
          <a:p>
            <a:r>
              <a:rPr lang="ru-RU" sz="2400" dirty="0"/>
              <a:t>Постройте диаграммы состояний для следующих сущностей:</a:t>
            </a:r>
          </a:p>
          <a:p>
            <a:pPr marL="342900" indent="-342900">
              <a:buFont typeface="Wingdings" panose="05000000000000000000" pitchFamily="2" charset="2"/>
              <a:buChar char="Ø"/>
            </a:pPr>
            <a:r>
              <a:rPr lang="ru-RU" sz="2400" dirty="0"/>
              <a:t>Городской автобус</a:t>
            </a:r>
          </a:p>
          <a:p>
            <a:pPr marL="342900" indent="-342900">
              <a:buFont typeface="Wingdings" panose="05000000000000000000" pitchFamily="2" charset="2"/>
              <a:buChar char="Ø"/>
            </a:pPr>
            <a:r>
              <a:rPr lang="ru-RU" sz="2400" dirty="0"/>
              <a:t>Школьник в 11 классе</a:t>
            </a:r>
          </a:p>
        </p:txBody>
      </p:sp>
      <p:sp>
        <p:nvSpPr>
          <p:cNvPr id="4" name="Номер слайда 3">
            <a:extLst>
              <a:ext uri="{FF2B5EF4-FFF2-40B4-BE49-F238E27FC236}">
                <a16:creationId xmlns:a16="http://schemas.microsoft.com/office/drawing/2014/main" id="{D71D505D-A966-076C-A1FB-EA145D9B0C05}"/>
              </a:ext>
            </a:extLst>
          </p:cNvPr>
          <p:cNvSpPr>
            <a:spLocks noGrp="1"/>
          </p:cNvSpPr>
          <p:nvPr>
            <p:ph type="sldNum" sz="quarter" idx="12"/>
          </p:nvPr>
        </p:nvSpPr>
        <p:spPr/>
        <p:txBody>
          <a:bodyPr/>
          <a:lstStyle/>
          <a:p>
            <a:fld id="{25A42088-C730-408A-A823-60BED1AFCEA0}" type="slidenum">
              <a:rPr lang="ru-RU" smtClean="0"/>
              <a:t>18</a:t>
            </a:fld>
            <a:endParaRPr lang="ru-RU"/>
          </a:p>
        </p:txBody>
      </p:sp>
    </p:spTree>
    <p:extLst>
      <p:ext uri="{BB962C8B-B14F-4D97-AF65-F5344CB8AC3E}">
        <p14:creationId xmlns:p14="http://schemas.microsoft.com/office/powerpoint/2010/main" val="4196434071"/>
      </p:ext>
    </p:extLst>
  </p:cSld>
  <p:clrMapOvr>
    <a:masterClrMapping/>
  </p:clrMapOvr>
</p:sld>
</file>

<file path=ppt/theme/theme1.xml><?xml version="1.0" encoding="utf-8"?>
<a:theme xmlns:a="http://schemas.openxmlformats.org/drawingml/2006/main" name="Уголки">
  <a:themeElements>
    <a:clrScheme name="Уголки">
      <a:dk1>
        <a:sysClr val="windowText" lastClr="000000"/>
      </a:dk1>
      <a:lt1>
        <a:sysClr val="window" lastClr="FFFFFF"/>
      </a:lt1>
      <a:dk2>
        <a:srgbClr val="1A2E40"/>
      </a:dk2>
      <a:lt2>
        <a:srgbClr val="EBE7DD"/>
      </a:lt2>
      <a:accent1>
        <a:srgbClr val="69A1AB"/>
      </a:accent1>
      <a:accent2>
        <a:srgbClr val="F2C418"/>
      </a:accent2>
      <a:accent3>
        <a:srgbClr val="87492C"/>
      </a:accent3>
      <a:accent4>
        <a:srgbClr val="4A845E"/>
      </a:accent4>
      <a:accent5>
        <a:srgbClr val="DC9528"/>
      </a:accent5>
      <a:accent6>
        <a:srgbClr val="9A5D78"/>
      </a:accent6>
      <a:hlink>
        <a:srgbClr val="66C8E3"/>
      </a:hlink>
      <a:folHlink>
        <a:srgbClr val="B162A1"/>
      </a:folHlink>
    </a:clrScheme>
    <a:fontScheme name="Уголки">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Уголки">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17F9D331-421E-442F-B033-AF5B21A44854}"/>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TM10001105[[fn=Уголки]]</Template>
  <TotalTime>1185</TotalTime>
  <Words>903</Words>
  <Application>Microsoft Office PowerPoint</Application>
  <PresentationFormat>Широкоэкранный</PresentationFormat>
  <Paragraphs>94</Paragraphs>
  <Slides>18</Slides>
  <Notes>1</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18</vt:i4>
      </vt:variant>
    </vt:vector>
  </HeadingPairs>
  <TitlesOfParts>
    <vt:vector size="23" baseType="lpstr">
      <vt:lpstr>Calibri</vt:lpstr>
      <vt:lpstr>Franklin Gothic Book</vt:lpstr>
      <vt:lpstr>Georgia</vt:lpstr>
      <vt:lpstr>Wingdings</vt:lpstr>
      <vt:lpstr>Уголки</vt:lpstr>
      <vt:lpstr>Лекция 8   UML. Диаграммы состояний</vt:lpstr>
      <vt:lpstr>Иллюстрация поведения отдельного объекта</vt:lpstr>
      <vt:lpstr>Состав диаграммы состояний</vt:lpstr>
      <vt:lpstr>Презентация PowerPoint</vt:lpstr>
      <vt:lpstr>Пример: сигнализация</vt:lpstr>
      <vt:lpstr>Специальные события</vt:lpstr>
      <vt:lpstr>Начальное и конечное псевдосостояния и действия</vt:lpstr>
      <vt:lpstr>Пример: Накладная</vt:lpstr>
      <vt:lpstr>Пример: Панель с светодиодами</vt:lpstr>
      <vt:lpstr>Группировка: Суперсостояния</vt:lpstr>
      <vt:lpstr>Переопределение переходов  из суперсостояния</vt:lpstr>
      <vt:lpstr>Иерархические вызовы действий</vt:lpstr>
      <vt:lpstr>Параллельные подсостояния</vt:lpstr>
      <vt:lpstr>Параллельные подсостояния</vt:lpstr>
      <vt:lpstr>Пример: Обслуживание механизма</vt:lpstr>
      <vt:lpstr>Пример: Турникет в метро</vt:lpstr>
      <vt:lpstr>Пример: Телефонный аппарат</vt:lpstr>
      <vt:lpstr>Практическое задание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Лекция …    Заголовок</dc:title>
  <dc:creator>Лилия Челищева</dc:creator>
  <cp:lastModifiedBy>Лилия Челищева</cp:lastModifiedBy>
  <cp:revision>12</cp:revision>
  <dcterms:created xsi:type="dcterms:W3CDTF">2023-09-01T22:02:12Z</dcterms:created>
  <dcterms:modified xsi:type="dcterms:W3CDTF">2025-09-29T06:21:56Z</dcterms:modified>
</cp:coreProperties>
</file>